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6"/>
  </p:notesMasterIdLst>
  <p:sldIdLst>
    <p:sldId id="256" r:id="rId5"/>
  </p:sldIdLst>
  <p:sldSz cx="32918400" cy="21945600"/>
  <p:notesSz cx="6858000" cy="9144000"/>
  <p:embeddedFontLst>
    <p:embeddedFont>
      <p:font typeface="Coolvetica 1" panose="020B0604020202020204" charset="0"/>
      <p:regular r:id="rId7"/>
    </p:embeddedFont>
    <p:embeddedFont>
      <p:font typeface="Coolvetica 2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80F2BB-A259-4EE2-8FC2-831CBABD54F6}" v="102" dt="2026-04-03T16:35:46.194"/>
    <p1510:client id="{1D5D53F6-9C8B-61DA-B60B-3B74DF5B865B}" v="170" dt="2026-04-03T16:16:33.520"/>
    <p1510:client id="{4D79DD2A-AD86-7557-1A88-49EC035E3C37}" v="155" dt="2026-04-03T16:38:04.754"/>
    <p1510:client id="{5EA478F4-34D3-49A9-C4EA-EED5575275FD}" v="3" dt="2026-04-03T16:03:49.9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keth Rajshekhar Patil" userId="S::patil232@purdue.edu::78caa42f-eea6-43a4-a64d-e25fde4f3ce6" providerId="AD" clId="Web-{5EA478F4-34D3-49A9-C4EA-EED5575275FD}"/>
    <pc:docChg chg="modSld">
      <pc:chgData name="Sanketh Rajshekhar Patil" userId="S::patil232@purdue.edu::78caa42f-eea6-43a4-a64d-e25fde4f3ce6" providerId="AD" clId="Web-{5EA478F4-34D3-49A9-C4EA-EED5575275FD}" dt="2026-04-03T16:03:49.992" v="2"/>
      <pc:docMkLst>
        <pc:docMk/>
      </pc:docMkLst>
      <pc:sldChg chg="modSp">
        <pc:chgData name="Sanketh Rajshekhar Patil" userId="S::patil232@purdue.edu::78caa42f-eea6-43a4-a64d-e25fde4f3ce6" providerId="AD" clId="Web-{5EA478F4-34D3-49A9-C4EA-EED5575275FD}" dt="2026-04-03T16:03:49.992" v="2"/>
        <pc:sldMkLst>
          <pc:docMk/>
          <pc:sldMk cId="0" sldId="256"/>
        </pc:sldMkLst>
        <pc:spChg chg="mod">
          <ac:chgData name="Sanketh Rajshekhar Patil" userId="S::patil232@purdue.edu::78caa42f-eea6-43a4-a64d-e25fde4f3ce6" providerId="AD" clId="Web-{5EA478F4-34D3-49A9-C4EA-EED5575275FD}" dt="2026-04-03T16:03:49.992" v="2"/>
          <ac:spMkLst>
            <pc:docMk/>
            <pc:sldMk cId="0" sldId="256"/>
            <ac:spMk id="69" creationId="{00000000-0000-0000-0000-000000000000}"/>
          </ac:spMkLst>
        </pc:spChg>
      </pc:sldChg>
    </pc:docChg>
  </pc:docChgLst>
  <pc:docChgLst>
    <pc:chgData name="Rohit Sattuluri" userId="S::rsattulu@purdue.edu::aaf9152e-ab9b-492d-8663-15286fbdf204" providerId="AD" clId="Web-{4D79DD2A-AD86-7557-1A88-49EC035E3C37}"/>
    <pc:docChg chg="modSld">
      <pc:chgData name="Rohit Sattuluri" userId="S::rsattulu@purdue.edu::aaf9152e-ab9b-492d-8663-15286fbdf204" providerId="AD" clId="Web-{4D79DD2A-AD86-7557-1A88-49EC035E3C37}" dt="2026-04-03T16:38:04.754" v="149" actId="20577"/>
      <pc:docMkLst>
        <pc:docMk/>
      </pc:docMkLst>
      <pc:sldChg chg="addSp delSp modSp">
        <pc:chgData name="Rohit Sattuluri" userId="S::rsattulu@purdue.edu::aaf9152e-ab9b-492d-8663-15286fbdf204" providerId="AD" clId="Web-{4D79DD2A-AD86-7557-1A88-49EC035E3C37}" dt="2026-04-03T16:38:04.754" v="149" actId="20577"/>
        <pc:sldMkLst>
          <pc:docMk/>
          <pc:sldMk cId="0" sldId="256"/>
        </pc:sldMkLst>
        <pc:spChg chg="mod">
          <ac:chgData name="Rohit Sattuluri" userId="S::rsattulu@purdue.edu::aaf9152e-ab9b-492d-8663-15286fbdf204" providerId="AD" clId="Web-{4D79DD2A-AD86-7557-1A88-49EC035E3C37}" dt="2026-04-03T16:07:45.707" v="59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hit Sattuluri" userId="S::rsattulu@purdue.edu::aaf9152e-ab9b-492d-8663-15286fbdf204" providerId="AD" clId="Web-{4D79DD2A-AD86-7557-1A88-49EC035E3C37}" dt="2026-04-03T16:17:05.291" v="144" actId="14100"/>
          <ac:spMkLst>
            <pc:docMk/>
            <pc:sldMk cId="0" sldId="256"/>
            <ac:spMk id="12" creationId="{00000000-0000-0000-0000-000000000000}"/>
          </ac:spMkLst>
        </pc:spChg>
        <pc:spChg chg="mod ord">
          <ac:chgData name="Rohit Sattuluri" userId="S::rsattulu@purdue.edu::aaf9152e-ab9b-492d-8663-15286fbdf204" providerId="AD" clId="Web-{4D79DD2A-AD86-7557-1A88-49EC035E3C37}" dt="2026-04-03T16:15:04.930" v="130"/>
          <ac:spMkLst>
            <pc:docMk/>
            <pc:sldMk cId="0" sldId="256"/>
            <ac:spMk id="29" creationId="{00000000-0000-0000-0000-000000000000}"/>
          </ac:spMkLst>
        </pc:spChg>
        <pc:spChg chg="mod">
          <ac:chgData name="Rohit Sattuluri" userId="S::rsattulu@purdue.edu::aaf9152e-ab9b-492d-8663-15286fbdf204" providerId="AD" clId="Web-{4D79DD2A-AD86-7557-1A88-49EC035E3C37}" dt="2026-04-03T16:38:04.754" v="149" actId="20577"/>
          <ac:spMkLst>
            <pc:docMk/>
            <pc:sldMk cId="0" sldId="256"/>
            <ac:spMk id="32" creationId="{00000000-0000-0000-0000-000000000000}"/>
          </ac:spMkLst>
        </pc:spChg>
        <pc:spChg chg="mod">
          <ac:chgData name="Rohit Sattuluri" userId="S::rsattulu@purdue.edu::aaf9152e-ab9b-492d-8663-15286fbdf204" providerId="AD" clId="Web-{4D79DD2A-AD86-7557-1A88-49EC035E3C37}" dt="2026-04-03T16:15:36.524" v="134" actId="14100"/>
          <ac:spMkLst>
            <pc:docMk/>
            <pc:sldMk cId="0" sldId="256"/>
            <ac:spMk id="43" creationId="{00000000-0000-0000-0000-000000000000}"/>
          </ac:spMkLst>
        </pc:spChg>
        <pc:spChg chg="mod">
          <ac:chgData name="Rohit Sattuluri" userId="S::rsattulu@purdue.edu::aaf9152e-ab9b-492d-8663-15286fbdf204" providerId="AD" clId="Web-{4D79DD2A-AD86-7557-1A88-49EC035E3C37}" dt="2026-04-03T15:51:25.464" v="5" actId="1076"/>
          <ac:spMkLst>
            <pc:docMk/>
            <pc:sldMk cId="0" sldId="256"/>
            <ac:spMk id="45" creationId="{00000000-0000-0000-0000-000000000000}"/>
          </ac:spMkLst>
        </pc:spChg>
        <pc:spChg chg="mod">
          <ac:chgData name="Rohit Sattuluri" userId="S::rsattulu@purdue.edu::aaf9152e-ab9b-492d-8663-15286fbdf204" providerId="AD" clId="Web-{4D79DD2A-AD86-7557-1A88-49EC035E3C37}" dt="2026-04-03T16:09:14.176" v="71"/>
          <ac:spMkLst>
            <pc:docMk/>
            <pc:sldMk cId="0" sldId="256"/>
            <ac:spMk id="46" creationId="{00000000-0000-0000-0000-000000000000}"/>
          </ac:spMkLst>
        </pc:spChg>
        <pc:spChg chg="mod">
          <ac:chgData name="Rohit Sattuluri" userId="S::rsattulu@purdue.edu::aaf9152e-ab9b-492d-8663-15286fbdf204" providerId="AD" clId="Web-{4D79DD2A-AD86-7557-1A88-49EC035E3C37}" dt="2026-04-03T16:09:29.941" v="74"/>
          <ac:spMkLst>
            <pc:docMk/>
            <pc:sldMk cId="0" sldId="256"/>
            <ac:spMk id="47" creationId="{00000000-0000-0000-0000-000000000000}"/>
          </ac:spMkLst>
        </pc:spChg>
        <pc:spChg chg="mod">
          <ac:chgData name="Rohit Sattuluri" userId="S::rsattulu@purdue.edu::aaf9152e-ab9b-492d-8663-15286fbdf204" providerId="AD" clId="Web-{4D79DD2A-AD86-7557-1A88-49EC035E3C37}" dt="2026-04-03T16:09:41.285" v="76"/>
          <ac:spMkLst>
            <pc:docMk/>
            <pc:sldMk cId="0" sldId="256"/>
            <ac:spMk id="48" creationId="{00000000-0000-0000-0000-000000000000}"/>
          </ac:spMkLst>
        </pc:spChg>
        <pc:spChg chg="mod">
          <ac:chgData name="Rohit Sattuluri" userId="S::rsattulu@purdue.edu::aaf9152e-ab9b-492d-8663-15286fbdf204" providerId="AD" clId="Web-{4D79DD2A-AD86-7557-1A88-49EC035E3C37}" dt="2026-04-03T16:09:57.520" v="80"/>
          <ac:spMkLst>
            <pc:docMk/>
            <pc:sldMk cId="0" sldId="256"/>
            <ac:spMk id="49" creationId="{00000000-0000-0000-0000-000000000000}"/>
          </ac:spMkLst>
        </pc:spChg>
        <pc:spChg chg="ord">
          <ac:chgData name="Rohit Sattuluri" userId="S::rsattulu@purdue.edu::aaf9152e-ab9b-492d-8663-15286fbdf204" providerId="AD" clId="Web-{4D79DD2A-AD86-7557-1A88-49EC035E3C37}" dt="2026-04-03T15:51:15.777" v="3"/>
          <ac:spMkLst>
            <pc:docMk/>
            <pc:sldMk cId="0" sldId="256"/>
            <ac:spMk id="50" creationId="{00000000-0000-0000-0000-000000000000}"/>
          </ac:spMkLst>
        </pc:spChg>
        <pc:spChg chg="mod ord">
          <ac:chgData name="Rohit Sattuluri" userId="S::rsattulu@purdue.edu::aaf9152e-ab9b-492d-8663-15286fbdf204" providerId="AD" clId="Web-{4D79DD2A-AD86-7557-1A88-49EC035E3C37}" dt="2026-04-03T16:10:05.989" v="82"/>
          <ac:spMkLst>
            <pc:docMk/>
            <pc:sldMk cId="0" sldId="256"/>
            <ac:spMk id="51" creationId="{00000000-0000-0000-0000-000000000000}"/>
          </ac:spMkLst>
        </pc:spChg>
        <pc:spChg chg="mod">
          <ac:chgData name="Rohit Sattuluri" userId="S::rsattulu@purdue.edu::aaf9152e-ab9b-492d-8663-15286fbdf204" providerId="AD" clId="Web-{4D79DD2A-AD86-7557-1A88-49EC035E3C37}" dt="2026-04-03T15:51:32.136" v="9" actId="1076"/>
          <ac:spMkLst>
            <pc:docMk/>
            <pc:sldMk cId="0" sldId="256"/>
            <ac:spMk id="52" creationId="{00000000-0000-0000-0000-000000000000}"/>
          </ac:spMkLst>
        </pc:spChg>
        <pc:spChg chg="mod">
          <ac:chgData name="Rohit Sattuluri" userId="S::rsattulu@purdue.edu::aaf9152e-ab9b-492d-8663-15286fbdf204" providerId="AD" clId="Web-{4D79DD2A-AD86-7557-1A88-49EC035E3C37}" dt="2026-04-03T16:11:12.099" v="87"/>
          <ac:spMkLst>
            <pc:docMk/>
            <pc:sldMk cId="0" sldId="256"/>
            <ac:spMk id="53" creationId="{00000000-0000-0000-0000-000000000000}"/>
          </ac:spMkLst>
        </pc:spChg>
        <pc:spChg chg="mod">
          <ac:chgData name="Rohit Sattuluri" userId="S::rsattulu@purdue.edu::aaf9152e-ab9b-492d-8663-15286fbdf204" providerId="AD" clId="Web-{4D79DD2A-AD86-7557-1A88-49EC035E3C37}" dt="2026-04-03T16:11:31.022" v="93"/>
          <ac:spMkLst>
            <pc:docMk/>
            <pc:sldMk cId="0" sldId="256"/>
            <ac:spMk id="54" creationId="{00000000-0000-0000-0000-000000000000}"/>
          </ac:spMkLst>
        </pc:spChg>
        <pc:spChg chg="mod">
          <ac:chgData name="Rohit Sattuluri" userId="S::rsattulu@purdue.edu::aaf9152e-ab9b-492d-8663-15286fbdf204" providerId="AD" clId="Web-{4D79DD2A-AD86-7557-1A88-49EC035E3C37}" dt="2026-04-03T16:11:44.506" v="96"/>
          <ac:spMkLst>
            <pc:docMk/>
            <pc:sldMk cId="0" sldId="256"/>
            <ac:spMk id="55" creationId="{00000000-0000-0000-0000-000000000000}"/>
          </ac:spMkLst>
        </pc:spChg>
        <pc:spChg chg="mod">
          <ac:chgData name="Rohit Sattuluri" userId="S::rsattulu@purdue.edu::aaf9152e-ab9b-492d-8663-15286fbdf204" providerId="AD" clId="Web-{4D79DD2A-AD86-7557-1A88-49EC035E3C37}" dt="2026-04-03T16:11:54.631" v="100"/>
          <ac:spMkLst>
            <pc:docMk/>
            <pc:sldMk cId="0" sldId="256"/>
            <ac:spMk id="56" creationId="{00000000-0000-0000-0000-000000000000}"/>
          </ac:spMkLst>
        </pc:spChg>
        <pc:spChg chg="del">
          <ac:chgData name="Rohit Sattuluri" userId="S::rsattulu@purdue.edu::aaf9152e-ab9b-492d-8663-15286fbdf204" providerId="AD" clId="Web-{4D79DD2A-AD86-7557-1A88-49EC035E3C37}" dt="2026-04-03T15:52:24.636" v="15"/>
          <ac:spMkLst>
            <pc:docMk/>
            <pc:sldMk cId="0" sldId="256"/>
            <ac:spMk id="63" creationId="{00000000-0000-0000-0000-000000000000}"/>
          </ac:spMkLst>
        </pc:spChg>
        <pc:spChg chg="del">
          <ac:chgData name="Rohit Sattuluri" userId="S::rsattulu@purdue.edu::aaf9152e-ab9b-492d-8663-15286fbdf204" providerId="AD" clId="Web-{4D79DD2A-AD86-7557-1A88-49EC035E3C37}" dt="2026-04-03T15:52:17.886" v="12"/>
          <ac:spMkLst>
            <pc:docMk/>
            <pc:sldMk cId="0" sldId="256"/>
            <ac:spMk id="64" creationId="{00000000-0000-0000-0000-000000000000}"/>
          </ac:spMkLst>
        </pc:spChg>
        <pc:spChg chg="del">
          <ac:chgData name="Rohit Sattuluri" userId="S::rsattulu@purdue.edu::aaf9152e-ab9b-492d-8663-15286fbdf204" providerId="AD" clId="Web-{4D79DD2A-AD86-7557-1A88-49EC035E3C37}" dt="2026-04-03T15:52:23.136" v="14"/>
          <ac:spMkLst>
            <pc:docMk/>
            <pc:sldMk cId="0" sldId="256"/>
            <ac:spMk id="65" creationId="{00000000-0000-0000-0000-000000000000}"/>
          </ac:spMkLst>
        </pc:spChg>
        <pc:spChg chg="del">
          <ac:chgData name="Rohit Sattuluri" userId="S::rsattulu@purdue.edu::aaf9152e-ab9b-492d-8663-15286fbdf204" providerId="AD" clId="Web-{4D79DD2A-AD86-7557-1A88-49EC035E3C37}" dt="2026-04-03T15:52:20.214" v="13"/>
          <ac:spMkLst>
            <pc:docMk/>
            <pc:sldMk cId="0" sldId="256"/>
            <ac:spMk id="66" creationId="{00000000-0000-0000-0000-000000000000}"/>
          </ac:spMkLst>
        </pc:spChg>
        <pc:spChg chg="del">
          <ac:chgData name="Rohit Sattuluri" userId="S::rsattulu@purdue.edu::aaf9152e-ab9b-492d-8663-15286fbdf204" providerId="AD" clId="Web-{4D79DD2A-AD86-7557-1A88-49EC035E3C37}" dt="2026-04-03T15:52:26.042" v="16"/>
          <ac:spMkLst>
            <pc:docMk/>
            <pc:sldMk cId="0" sldId="256"/>
            <ac:spMk id="67" creationId="{00000000-0000-0000-0000-000000000000}"/>
          </ac:spMkLst>
        </pc:spChg>
        <pc:spChg chg="mod">
          <ac:chgData name="Rohit Sattuluri" userId="S::rsattulu@purdue.edu::aaf9152e-ab9b-492d-8663-15286fbdf204" providerId="AD" clId="Web-{4D79DD2A-AD86-7557-1A88-49EC035E3C37}" dt="2026-04-03T15:50:39.714" v="0" actId="1076"/>
          <ac:spMkLst>
            <pc:docMk/>
            <pc:sldMk cId="0" sldId="256"/>
            <ac:spMk id="72" creationId="{00000000-0000-0000-0000-000000000000}"/>
          </ac:spMkLst>
        </pc:spChg>
        <pc:spChg chg="ord">
          <ac:chgData name="Rohit Sattuluri" userId="S::rsattulu@purdue.edu::aaf9152e-ab9b-492d-8663-15286fbdf204" providerId="AD" clId="Web-{4D79DD2A-AD86-7557-1A88-49EC035E3C37}" dt="2026-04-03T16:15:18.899" v="132"/>
          <ac:spMkLst>
            <pc:docMk/>
            <pc:sldMk cId="0" sldId="256"/>
            <ac:spMk id="81" creationId="{00000000-0000-0000-0000-000000000000}"/>
          </ac:spMkLst>
        </pc:spChg>
        <pc:spChg chg="mod">
          <ac:chgData name="Rohit Sattuluri" userId="S::rsattulu@purdue.edu::aaf9152e-ab9b-492d-8663-15286fbdf204" providerId="AD" clId="Web-{4D79DD2A-AD86-7557-1A88-49EC035E3C37}" dt="2026-04-03T16:17:33.947" v="146" actId="20577"/>
          <ac:spMkLst>
            <pc:docMk/>
            <pc:sldMk cId="0" sldId="256"/>
            <ac:spMk id="83" creationId="{00000000-0000-0000-0000-000000000000}"/>
          </ac:spMkLst>
        </pc:spChg>
        <pc:grpChg chg="del mod">
          <ac:chgData name="Rohit Sattuluri" userId="S::rsattulu@purdue.edu::aaf9152e-ab9b-492d-8663-15286fbdf204" providerId="AD" clId="Web-{4D79DD2A-AD86-7557-1A88-49EC035E3C37}" dt="2026-04-03T16:16:13.837" v="141"/>
          <ac:grpSpMkLst>
            <pc:docMk/>
            <pc:sldMk cId="0" sldId="256"/>
            <ac:grpSpMk id="2" creationId="{00000000-0000-0000-0000-000000000000}"/>
          </ac:grpSpMkLst>
        </pc:grpChg>
        <pc:grpChg chg="mod">
          <ac:chgData name="Rohit Sattuluri" userId="S::rsattulu@purdue.edu::aaf9152e-ab9b-492d-8663-15286fbdf204" providerId="AD" clId="Web-{4D79DD2A-AD86-7557-1A88-49EC035E3C37}" dt="2026-04-03T16:16:25.603" v="143" actId="14100"/>
          <ac:grpSpMkLst>
            <pc:docMk/>
            <pc:sldMk cId="0" sldId="256"/>
            <ac:grpSpMk id="5" creationId="{00000000-0000-0000-0000-000000000000}"/>
          </ac:grpSpMkLst>
        </pc:grpChg>
        <pc:grpChg chg="del mod">
          <ac:chgData name="Rohit Sattuluri" userId="S::rsattulu@purdue.edu::aaf9152e-ab9b-492d-8663-15286fbdf204" providerId="AD" clId="Web-{4D79DD2A-AD86-7557-1A88-49EC035E3C37}" dt="2026-04-03T16:16:02.149" v="139"/>
          <ac:grpSpMkLst>
            <pc:docMk/>
            <pc:sldMk cId="0" sldId="256"/>
            <ac:grpSpMk id="8" creationId="{00000000-0000-0000-0000-000000000000}"/>
          </ac:grpSpMkLst>
        </pc:grpChg>
        <pc:grpChg chg="del">
          <ac:chgData name="Rohit Sattuluri" userId="S::rsattulu@purdue.edu::aaf9152e-ab9b-492d-8663-15286fbdf204" providerId="AD" clId="Web-{4D79DD2A-AD86-7557-1A88-49EC035E3C37}" dt="2026-04-03T16:16:09.337" v="140"/>
          <ac:grpSpMkLst>
            <pc:docMk/>
            <pc:sldMk cId="0" sldId="256"/>
            <ac:grpSpMk id="23" creationId="{00000000-0000-0000-0000-000000000000}"/>
          </ac:grpSpMkLst>
        </pc:grpChg>
        <pc:picChg chg="add mod">
          <ac:chgData name="Rohit Sattuluri" userId="S::rsattulu@purdue.edu::aaf9152e-ab9b-492d-8663-15286fbdf204" providerId="AD" clId="Web-{4D79DD2A-AD86-7557-1A88-49EC035E3C37}" dt="2026-04-03T16:12:43.866" v="110"/>
          <ac:picMkLst>
            <pc:docMk/>
            <pc:sldMk cId="0" sldId="256"/>
            <ac:picMk id="87" creationId="{4609388F-0B6B-EEBD-93DC-A8D05D2479CB}"/>
          </ac:picMkLst>
        </pc:picChg>
        <pc:picChg chg="add mod">
          <ac:chgData name="Rohit Sattuluri" userId="S::rsattulu@purdue.edu::aaf9152e-ab9b-492d-8663-15286fbdf204" providerId="AD" clId="Web-{4D79DD2A-AD86-7557-1A88-49EC035E3C37}" dt="2026-04-03T16:14:31.039" v="128"/>
          <ac:picMkLst>
            <pc:docMk/>
            <pc:sldMk cId="0" sldId="256"/>
            <ac:picMk id="88" creationId="{36A858A5-D16E-8487-60C6-EE4BFD2251D4}"/>
          </ac:picMkLst>
        </pc:picChg>
        <pc:picChg chg="add mod">
          <ac:chgData name="Rohit Sattuluri" userId="S::rsattulu@purdue.edu::aaf9152e-ab9b-492d-8663-15286fbdf204" providerId="AD" clId="Web-{4D79DD2A-AD86-7557-1A88-49EC035E3C37}" dt="2026-04-03T16:13:04.867" v="114"/>
          <ac:picMkLst>
            <pc:docMk/>
            <pc:sldMk cId="0" sldId="256"/>
            <ac:picMk id="89" creationId="{8CBD3686-B525-977A-CA70-75B807BB69A6}"/>
          </ac:picMkLst>
        </pc:picChg>
        <pc:picChg chg="add mod">
          <ac:chgData name="Rohit Sattuluri" userId="S::rsattulu@purdue.edu::aaf9152e-ab9b-492d-8663-15286fbdf204" providerId="AD" clId="Web-{4D79DD2A-AD86-7557-1A88-49EC035E3C37}" dt="2026-04-03T16:13:31.461" v="123"/>
          <ac:picMkLst>
            <pc:docMk/>
            <pc:sldMk cId="0" sldId="256"/>
            <ac:picMk id="90" creationId="{8DBE4259-8CCB-94B3-9934-F2B4428CEA51}"/>
          </ac:picMkLst>
        </pc:picChg>
        <pc:picChg chg="add mod">
          <ac:chgData name="Rohit Sattuluri" userId="S::rsattulu@purdue.edu::aaf9152e-ab9b-492d-8663-15286fbdf204" providerId="AD" clId="Web-{4D79DD2A-AD86-7557-1A88-49EC035E3C37}" dt="2026-04-03T15:58:35.406" v="55" actId="1076"/>
          <ac:picMkLst>
            <pc:docMk/>
            <pc:sldMk cId="0" sldId="256"/>
            <ac:picMk id="91" creationId="{8F9F2D2A-4FE7-1056-B510-77DA168EC363}"/>
          </ac:picMkLst>
        </pc:picChg>
      </pc:sldChg>
    </pc:docChg>
  </pc:docChgLst>
  <pc:docChgLst>
    <pc:chgData name="Sanketh Rajshekhar Patil" userId="78caa42f-eea6-43a4-a64d-e25fde4f3ce6" providerId="ADAL" clId="{FE112073-720C-4500-96BD-F22055AEEF93}"/>
    <pc:docChg chg="modSld">
      <pc:chgData name="Sanketh Rajshekhar Patil" userId="78caa42f-eea6-43a4-a64d-e25fde4f3ce6" providerId="ADAL" clId="{FE112073-720C-4500-96BD-F22055AEEF93}" dt="2026-04-03T16:35:46.194" v="101" actId="13244"/>
      <pc:docMkLst>
        <pc:docMk/>
      </pc:docMkLst>
      <pc:sldChg chg="addSp delSp modSp mod">
        <pc:chgData name="Sanketh Rajshekhar Patil" userId="78caa42f-eea6-43a4-a64d-e25fde4f3ce6" providerId="ADAL" clId="{FE112073-720C-4500-96BD-F22055AEEF93}" dt="2026-04-03T16:35:46.194" v="101" actId="13244"/>
        <pc:sldMkLst>
          <pc:docMk/>
          <pc:sldMk cId="0" sldId="256"/>
        </pc:sldMkLst>
        <pc:spChg chg="mod ord">
          <ac:chgData name="Sanketh Rajshekhar Patil" userId="78caa42f-eea6-43a4-a64d-e25fde4f3ce6" providerId="ADAL" clId="{FE112073-720C-4500-96BD-F22055AEEF93}" dt="2026-04-03T16:32:17.146" v="85" actId="962"/>
          <ac:spMkLst>
            <pc:docMk/>
            <pc:sldMk cId="0" sldId="256"/>
            <ac:spMk id="29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14:22.464" v="33" actId="167"/>
          <ac:spMkLst>
            <pc:docMk/>
            <pc:sldMk cId="0" sldId="256"/>
            <ac:spMk id="34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26:19.423" v="60"/>
          <ac:spMkLst>
            <pc:docMk/>
            <pc:sldMk cId="0" sldId="256"/>
            <ac:spMk id="43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26:19.423" v="60"/>
          <ac:spMkLst>
            <pc:docMk/>
            <pc:sldMk cId="0" sldId="256"/>
            <ac:spMk id="45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32:49.389" v="87" actId="13244"/>
          <ac:spMkLst>
            <pc:docMk/>
            <pc:sldMk cId="0" sldId="256"/>
            <ac:spMk id="46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33:13.435" v="90" actId="13244"/>
          <ac:spMkLst>
            <pc:docMk/>
            <pc:sldMk cId="0" sldId="256"/>
            <ac:spMk id="47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33:21.967" v="92" actId="13244"/>
          <ac:spMkLst>
            <pc:docMk/>
            <pc:sldMk cId="0" sldId="256"/>
            <ac:spMk id="48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33:28.966" v="93" actId="13244"/>
          <ac:spMkLst>
            <pc:docMk/>
            <pc:sldMk cId="0" sldId="256"/>
            <ac:spMk id="49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32:57.319" v="88" actId="13244"/>
          <ac:spMkLst>
            <pc:docMk/>
            <pc:sldMk cId="0" sldId="256"/>
            <ac:spMk id="50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33:18.903" v="91" actId="13244"/>
          <ac:spMkLst>
            <pc:docMk/>
            <pc:sldMk cId="0" sldId="256"/>
            <ac:spMk id="51" creationId="{00000000-0000-0000-0000-000000000000}"/>
          </ac:spMkLst>
        </pc:spChg>
        <pc:spChg chg="mod ord">
          <ac:chgData name="Sanketh Rajshekhar Patil" userId="78caa42f-eea6-43a4-a64d-e25fde4f3ce6" providerId="ADAL" clId="{FE112073-720C-4500-96BD-F22055AEEF93}" dt="2026-04-03T16:33:36.270" v="94" actId="13244"/>
          <ac:spMkLst>
            <pc:docMk/>
            <pc:sldMk cId="0" sldId="256"/>
            <ac:spMk id="52" creationId="{00000000-0000-0000-0000-000000000000}"/>
          </ac:spMkLst>
        </pc:spChg>
        <pc:spChg chg="mod ord">
          <ac:chgData name="Sanketh Rajshekhar Patil" userId="78caa42f-eea6-43a4-a64d-e25fde4f3ce6" providerId="ADAL" clId="{FE112073-720C-4500-96BD-F22055AEEF93}" dt="2026-04-03T16:27:16.981" v="71" actId="962"/>
          <ac:spMkLst>
            <pc:docMk/>
            <pc:sldMk cId="0" sldId="256"/>
            <ac:spMk id="53" creationId="{00000000-0000-0000-0000-000000000000}"/>
          </ac:spMkLst>
        </pc:spChg>
        <pc:spChg chg="mod ord">
          <ac:chgData name="Sanketh Rajshekhar Patil" userId="78caa42f-eea6-43a4-a64d-e25fde4f3ce6" providerId="ADAL" clId="{FE112073-720C-4500-96BD-F22055AEEF93}" dt="2026-04-03T16:27:15.714" v="70" actId="962"/>
          <ac:spMkLst>
            <pc:docMk/>
            <pc:sldMk cId="0" sldId="256"/>
            <ac:spMk id="54" creationId="{00000000-0000-0000-0000-000000000000}"/>
          </ac:spMkLst>
        </pc:spChg>
        <pc:spChg chg="mod ord">
          <ac:chgData name="Sanketh Rajshekhar Patil" userId="78caa42f-eea6-43a4-a64d-e25fde4f3ce6" providerId="ADAL" clId="{FE112073-720C-4500-96BD-F22055AEEF93}" dt="2026-04-03T16:27:14.885" v="69" actId="962"/>
          <ac:spMkLst>
            <pc:docMk/>
            <pc:sldMk cId="0" sldId="256"/>
            <ac:spMk id="55" creationId="{00000000-0000-0000-0000-000000000000}"/>
          </ac:spMkLst>
        </pc:spChg>
        <pc:spChg chg="mod ord">
          <ac:chgData name="Sanketh Rajshekhar Patil" userId="78caa42f-eea6-43a4-a64d-e25fde4f3ce6" providerId="ADAL" clId="{FE112073-720C-4500-96BD-F22055AEEF93}" dt="2026-04-03T16:27:13.740" v="68" actId="962"/>
          <ac:spMkLst>
            <pc:docMk/>
            <pc:sldMk cId="0" sldId="256"/>
            <ac:spMk id="56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34:33.730" v="98" actId="13244"/>
          <ac:spMkLst>
            <pc:docMk/>
            <pc:sldMk cId="0" sldId="256"/>
            <ac:spMk id="58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25:35.338" v="59"/>
          <ac:spMkLst>
            <pc:docMk/>
            <pc:sldMk cId="0" sldId="256"/>
            <ac:spMk id="59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25:35.338" v="59"/>
          <ac:spMkLst>
            <pc:docMk/>
            <pc:sldMk cId="0" sldId="256"/>
            <ac:spMk id="68" creationId="{00000000-0000-0000-0000-000000000000}"/>
          </ac:spMkLst>
        </pc:spChg>
        <pc:spChg chg="mod ord topLvl">
          <ac:chgData name="Sanketh Rajshekhar Patil" userId="78caa42f-eea6-43a4-a64d-e25fde4f3ce6" providerId="ADAL" clId="{FE112073-720C-4500-96BD-F22055AEEF93}" dt="2026-04-03T16:26:19.423" v="60"/>
          <ac:spMkLst>
            <pc:docMk/>
            <pc:sldMk cId="0" sldId="256"/>
            <ac:spMk id="69" creationId="{00000000-0000-0000-0000-000000000000}"/>
          </ac:spMkLst>
        </pc:spChg>
        <pc:spChg chg="mod ord topLvl">
          <ac:chgData name="Sanketh Rajshekhar Patil" userId="78caa42f-eea6-43a4-a64d-e25fde4f3ce6" providerId="ADAL" clId="{FE112073-720C-4500-96BD-F22055AEEF93}" dt="2026-04-03T16:33:53.059" v="95" actId="13244"/>
          <ac:spMkLst>
            <pc:docMk/>
            <pc:sldMk cId="0" sldId="256"/>
            <ac:spMk id="70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26:19.423" v="60"/>
          <ac:spMkLst>
            <pc:docMk/>
            <pc:sldMk cId="0" sldId="256"/>
            <ac:spMk id="71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25:35.338" v="59"/>
          <ac:spMkLst>
            <pc:docMk/>
            <pc:sldMk cId="0" sldId="256"/>
            <ac:spMk id="72" creationId="{00000000-0000-0000-0000-000000000000}"/>
          </ac:spMkLst>
        </pc:spChg>
        <pc:spChg chg="mod ord">
          <ac:chgData name="Sanketh Rajshekhar Patil" userId="78caa42f-eea6-43a4-a64d-e25fde4f3ce6" providerId="ADAL" clId="{FE112073-720C-4500-96BD-F22055AEEF93}" dt="2026-04-03T16:33:05.716" v="89" actId="13244"/>
          <ac:spMkLst>
            <pc:docMk/>
            <pc:sldMk cId="0" sldId="256"/>
            <ac:spMk id="73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35:02.130" v="99" actId="13244"/>
          <ac:spMkLst>
            <pc:docMk/>
            <pc:sldMk cId="0" sldId="256"/>
            <ac:spMk id="74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26:19.423" v="60"/>
          <ac:spMkLst>
            <pc:docMk/>
            <pc:sldMk cId="0" sldId="256"/>
            <ac:spMk id="75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34:05.134" v="96" actId="13244"/>
          <ac:spMkLst>
            <pc:docMk/>
            <pc:sldMk cId="0" sldId="256"/>
            <ac:spMk id="76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16:44.304" v="45" actId="13244"/>
          <ac:spMkLst>
            <pc:docMk/>
            <pc:sldMk cId="0" sldId="256"/>
            <ac:spMk id="77" creationId="{00000000-0000-0000-0000-000000000000}"/>
          </ac:spMkLst>
        </pc:spChg>
        <pc:spChg chg="mod ord">
          <ac:chgData name="Sanketh Rajshekhar Patil" userId="78caa42f-eea6-43a4-a64d-e25fde4f3ce6" providerId="ADAL" clId="{FE112073-720C-4500-96BD-F22055AEEF93}" dt="2026-04-03T16:32:16.210" v="83" actId="962"/>
          <ac:spMkLst>
            <pc:docMk/>
            <pc:sldMk cId="0" sldId="256"/>
            <ac:spMk id="78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32:37.005" v="86" actId="13244"/>
          <ac:spMkLst>
            <pc:docMk/>
            <pc:sldMk cId="0" sldId="256"/>
            <ac:spMk id="79" creationId="{00000000-0000-0000-0000-000000000000}"/>
          </ac:spMkLst>
        </pc:spChg>
        <pc:spChg chg="mod ord">
          <ac:chgData name="Sanketh Rajshekhar Patil" userId="78caa42f-eea6-43a4-a64d-e25fde4f3ce6" providerId="ADAL" clId="{FE112073-720C-4500-96BD-F22055AEEF93}" dt="2026-04-03T16:27:09.136" v="67" actId="1035"/>
          <ac:spMkLst>
            <pc:docMk/>
            <pc:sldMk cId="0" sldId="256"/>
            <ac:spMk id="80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26:19.423" v="60"/>
          <ac:spMkLst>
            <pc:docMk/>
            <pc:sldMk cId="0" sldId="256"/>
            <ac:spMk id="82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15:59.072" v="42" actId="13244"/>
          <ac:spMkLst>
            <pc:docMk/>
            <pc:sldMk cId="0" sldId="256"/>
            <ac:spMk id="83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27:29.288" v="72" actId="13244"/>
          <ac:spMkLst>
            <pc:docMk/>
            <pc:sldMk cId="0" sldId="256"/>
            <ac:spMk id="84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34:20.404" v="97" actId="13244"/>
          <ac:spMkLst>
            <pc:docMk/>
            <pc:sldMk cId="0" sldId="256"/>
            <ac:spMk id="85" creationId="{00000000-0000-0000-0000-000000000000}"/>
          </ac:spMkLst>
        </pc:spChg>
        <pc:spChg chg="ord">
          <ac:chgData name="Sanketh Rajshekhar Patil" userId="78caa42f-eea6-43a4-a64d-e25fde4f3ce6" providerId="ADAL" clId="{FE112073-720C-4500-96BD-F22055AEEF93}" dt="2026-04-03T16:28:02.473" v="75" actId="13244"/>
          <ac:spMkLst>
            <pc:docMk/>
            <pc:sldMk cId="0" sldId="256"/>
            <ac:spMk id="86" creationId="{00000000-0000-0000-0000-000000000000}"/>
          </ac:spMkLst>
        </pc:spChg>
        <pc:grpChg chg="mod">
          <ac:chgData name="Sanketh Rajshekhar Patil" userId="78caa42f-eea6-43a4-a64d-e25fde4f3ce6" providerId="ADAL" clId="{FE112073-720C-4500-96BD-F22055AEEF93}" dt="2026-04-03T16:32:14.555" v="81" actId="962"/>
          <ac:grpSpMkLst>
            <pc:docMk/>
            <pc:sldMk cId="0" sldId="256"/>
            <ac:grpSpMk id="5" creationId="{00000000-0000-0000-0000-000000000000}"/>
          </ac:grpSpMkLst>
        </pc:grpChg>
        <pc:grpChg chg="mod">
          <ac:chgData name="Sanketh Rajshekhar Patil" userId="78caa42f-eea6-43a4-a64d-e25fde4f3ce6" providerId="ADAL" clId="{FE112073-720C-4500-96BD-F22055AEEF93}" dt="2026-04-03T16:12:52.282" v="24" actId="962"/>
          <ac:grpSpMkLst>
            <pc:docMk/>
            <pc:sldMk cId="0" sldId="256"/>
            <ac:grpSpMk id="8" creationId="{00000000-0000-0000-0000-000000000000}"/>
          </ac:grpSpMkLst>
        </pc:grpChg>
        <pc:grpChg chg="ord">
          <ac:chgData name="Sanketh Rajshekhar Patil" userId="78caa42f-eea6-43a4-a64d-e25fde4f3ce6" providerId="ADAL" clId="{FE112073-720C-4500-96BD-F22055AEEF93}" dt="2026-04-03T16:35:21.096" v="100" actId="13244"/>
          <ac:grpSpMkLst>
            <pc:docMk/>
            <pc:sldMk cId="0" sldId="256"/>
            <ac:grpSpMk id="14" creationId="{00000000-0000-0000-0000-000000000000}"/>
          </ac:grpSpMkLst>
        </pc:grpChg>
        <pc:grpChg chg="ord">
          <ac:chgData name="Sanketh Rajshekhar Patil" userId="78caa42f-eea6-43a4-a64d-e25fde4f3ce6" providerId="ADAL" clId="{FE112073-720C-4500-96BD-F22055AEEF93}" dt="2026-04-03T16:07:31.350" v="1" actId="13244"/>
          <ac:grpSpMkLst>
            <pc:docMk/>
            <pc:sldMk cId="0" sldId="256"/>
            <ac:grpSpMk id="17" creationId="{00000000-0000-0000-0000-000000000000}"/>
          </ac:grpSpMkLst>
        </pc:grpChg>
        <pc:grpChg chg="mod ord">
          <ac:chgData name="Sanketh Rajshekhar Patil" userId="78caa42f-eea6-43a4-a64d-e25fde4f3ce6" providerId="ADAL" clId="{FE112073-720C-4500-96BD-F22055AEEF93}" dt="2026-04-03T16:10:00.755" v="12" actId="13244"/>
          <ac:grpSpMkLst>
            <pc:docMk/>
            <pc:sldMk cId="0" sldId="256"/>
            <ac:grpSpMk id="20" creationId="{00000000-0000-0000-0000-000000000000}"/>
          </ac:grpSpMkLst>
        </pc:grpChg>
        <pc:grpChg chg="mod ord">
          <ac:chgData name="Sanketh Rajshekhar Patil" userId="78caa42f-eea6-43a4-a64d-e25fde4f3ce6" providerId="ADAL" clId="{FE112073-720C-4500-96BD-F22055AEEF93}" dt="2026-04-03T16:12:53.408" v="25" actId="962"/>
          <ac:grpSpMkLst>
            <pc:docMk/>
            <pc:sldMk cId="0" sldId="256"/>
            <ac:grpSpMk id="23" creationId="{00000000-0000-0000-0000-000000000000}"/>
          </ac:grpSpMkLst>
        </pc:grpChg>
        <pc:grpChg chg="mod ord">
          <ac:chgData name="Sanketh Rajshekhar Patil" userId="78caa42f-eea6-43a4-a64d-e25fde4f3ce6" providerId="ADAL" clId="{FE112073-720C-4500-96BD-F22055AEEF93}" dt="2026-04-03T16:08:38.530" v="7" actId="13244"/>
          <ac:grpSpMkLst>
            <pc:docMk/>
            <pc:sldMk cId="0" sldId="256"/>
            <ac:grpSpMk id="26" creationId="{00000000-0000-0000-0000-000000000000}"/>
          </ac:grpSpMkLst>
        </pc:grpChg>
        <pc:grpChg chg="ord">
          <ac:chgData name="Sanketh Rajshekhar Patil" userId="78caa42f-eea6-43a4-a64d-e25fde4f3ce6" providerId="ADAL" clId="{FE112073-720C-4500-96BD-F22055AEEF93}" dt="2026-04-03T16:08:57.986" v="8" actId="13244"/>
          <ac:grpSpMkLst>
            <pc:docMk/>
            <pc:sldMk cId="0" sldId="256"/>
            <ac:grpSpMk id="30" creationId="{00000000-0000-0000-0000-000000000000}"/>
          </ac:grpSpMkLst>
        </pc:grpChg>
        <pc:grpChg chg="mod ord">
          <ac:chgData name="Sanketh Rajshekhar Patil" userId="78caa42f-eea6-43a4-a64d-e25fde4f3ce6" providerId="ADAL" clId="{FE112073-720C-4500-96BD-F22055AEEF93}" dt="2026-04-03T16:26:36.160" v="61" actId="167"/>
          <ac:grpSpMkLst>
            <pc:docMk/>
            <pc:sldMk cId="0" sldId="256"/>
            <ac:grpSpMk id="33" creationId="{00000000-0000-0000-0000-000000000000}"/>
          </ac:grpSpMkLst>
        </pc:grpChg>
        <pc:grpChg chg="ord">
          <ac:chgData name="Sanketh Rajshekhar Patil" userId="78caa42f-eea6-43a4-a64d-e25fde4f3ce6" providerId="ADAL" clId="{FE112073-720C-4500-96BD-F22055AEEF93}" dt="2026-04-03T16:26:50.659" v="62" actId="167"/>
          <ac:grpSpMkLst>
            <pc:docMk/>
            <pc:sldMk cId="0" sldId="256"/>
            <ac:grpSpMk id="36" creationId="{00000000-0000-0000-0000-000000000000}"/>
          </ac:grpSpMkLst>
        </pc:grpChg>
        <pc:grpChg chg="mod ord">
          <ac:chgData name="Sanketh Rajshekhar Patil" userId="78caa42f-eea6-43a4-a64d-e25fde4f3ce6" providerId="ADAL" clId="{FE112073-720C-4500-96BD-F22055AEEF93}" dt="2026-04-03T16:27:00.933" v="65" actId="962"/>
          <ac:grpSpMkLst>
            <pc:docMk/>
            <pc:sldMk cId="0" sldId="256"/>
            <ac:grpSpMk id="39" creationId="{00000000-0000-0000-0000-000000000000}"/>
          </ac:grpSpMkLst>
        </pc:grpChg>
        <pc:grpChg chg="ord">
          <ac:chgData name="Sanketh Rajshekhar Patil" userId="78caa42f-eea6-43a4-a64d-e25fde4f3ce6" providerId="ADAL" clId="{FE112073-720C-4500-96BD-F22055AEEF93}" dt="2026-04-03T16:11:38.719" v="17" actId="13244"/>
          <ac:grpSpMkLst>
            <pc:docMk/>
            <pc:sldMk cId="0" sldId="256"/>
            <ac:grpSpMk id="60" creationId="{00000000-0000-0000-0000-000000000000}"/>
          </ac:grpSpMkLst>
        </pc:grpChg>
        <pc:grpChg chg="add del mod ord">
          <ac:chgData name="Sanketh Rajshekhar Patil" userId="78caa42f-eea6-43a4-a64d-e25fde4f3ce6" providerId="ADAL" clId="{FE112073-720C-4500-96BD-F22055AEEF93}" dt="2026-04-03T16:17:52.658" v="49" actId="165"/>
          <ac:grpSpMkLst>
            <pc:docMk/>
            <pc:sldMk cId="0" sldId="256"/>
            <ac:grpSpMk id="63" creationId="{F9496417-D7FF-F3BE-230B-63A5BF80D6DD}"/>
          </ac:grpSpMkLst>
        </pc:grpChg>
        <pc:picChg chg="ord">
          <ac:chgData name="Sanketh Rajshekhar Patil" userId="78caa42f-eea6-43a4-a64d-e25fde4f3ce6" providerId="ADAL" clId="{FE112073-720C-4500-96BD-F22055AEEF93}" dt="2026-04-03T16:35:46.194" v="101" actId="13244"/>
          <ac:picMkLst>
            <pc:docMk/>
            <pc:sldMk cId="0" sldId="256"/>
            <ac:picMk id="87" creationId="{4609388F-0B6B-EEBD-93DC-A8D05D2479CB}"/>
          </ac:picMkLst>
        </pc:picChg>
        <pc:picChg chg="ord">
          <ac:chgData name="Sanketh Rajshekhar Patil" userId="78caa42f-eea6-43a4-a64d-e25fde4f3ce6" providerId="ADAL" clId="{FE112073-720C-4500-96BD-F22055AEEF93}" dt="2026-04-03T16:35:46.194" v="101" actId="13244"/>
          <ac:picMkLst>
            <pc:docMk/>
            <pc:sldMk cId="0" sldId="256"/>
            <ac:picMk id="88" creationId="{36A858A5-D16E-8487-60C6-EE4BFD2251D4}"/>
          </ac:picMkLst>
        </pc:picChg>
        <pc:picChg chg="ord">
          <ac:chgData name="Sanketh Rajshekhar Patil" userId="78caa42f-eea6-43a4-a64d-e25fde4f3ce6" providerId="ADAL" clId="{FE112073-720C-4500-96BD-F22055AEEF93}" dt="2026-04-03T16:35:46.194" v="101" actId="13244"/>
          <ac:picMkLst>
            <pc:docMk/>
            <pc:sldMk cId="0" sldId="256"/>
            <ac:picMk id="89" creationId="{8CBD3686-B525-977A-CA70-75B807BB69A6}"/>
          </ac:picMkLst>
        </pc:picChg>
        <pc:picChg chg="ord">
          <ac:chgData name="Sanketh Rajshekhar Patil" userId="78caa42f-eea6-43a4-a64d-e25fde4f3ce6" providerId="ADAL" clId="{FE112073-720C-4500-96BD-F22055AEEF93}" dt="2026-04-03T16:35:46.194" v="101" actId="13244"/>
          <ac:picMkLst>
            <pc:docMk/>
            <pc:sldMk cId="0" sldId="256"/>
            <ac:picMk id="90" creationId="{8DBE4259-8CCB-94B3-9934-F2B4428CEA51}"/>
          </ac:picMkLst>
        </pc:picChg>
        <pc:picChg chg="ord">
          <ac:chgData name="Sanketh Rajshekhar Patil" userId="78caa42f-eea6-43a4-a64d-e25fde4f3ce6" providerId="ADAL" clId="{FE112073-720C-4500-96BD-F22055AEEF93}" dt="2026-04-03T16:35:46.194" v="101" actId="13244"/>
          <ac:picMkLst>
            <pc:docMk/>
            <pc:sldMk cId="0" sldId="256"/>
            <ac:picMk id="91" creationId="{8F9F2D2A-4FE7-1056-B510-77DA168EC363}"/>
          </ac:picMkLst>
        </pc:picChg>
      </pc:sldChg>
    </pc:docChg>
  </pc:docChgLst>
  <pc:docChgLst>
    <pc:chgData name="Maxwell Forest Miller" userId="S::mill3266@purdue.edu::6d9b768a-90a2-45be-8351-d16ecfb19fd4" providerId="AD" clId="Web-{1D5D53F6-9C8B-61DA-B60B-3B74DF5B865B}"/>
    <pc:docChg chg="modSld">
      <pc:chgData name="Maxwell Forest Miller" userId="S::mill3266@purdue.edu::6d9b768a-90a2-45be-8351-d16ecfb19fd4" providerId="AD" clId="Web-{1D5D53F6-9C8B-61DA-B60B-3B74DF5B865B}" dt="2026-04-03T16:16:33.520" v="169"/>
      <pc:docMkLst>
        <pc:docMk/>
      </pc:docMkLst>
      <pc:sldChg chg="modSp">
        <pc:chgData name="Maxwell Forest Miller" userId="S::mill3266@purdue.edu::6d9b768a-90a2-45be-8351-d16ecfb19fd4" providerId="AD" clId="Web-{1D5D53F6-9C8B-61DA-B60B-3B74DF5B865B}" dt="2026-04-03T16:16:33.520" v="169"/>
        <pc:sldMkLst>
          <pc:docMk/>
          <pc:sldMk cId="0" sldId="256"/>
        </pc:sldMkLst>
        <pc:spChg chg="mod">
          <ac:chgData name="Maxwell Forest Miller" userId="S::mill3266@purdue.edu::6d9b768a-90a2-45be-8351-d16ecfb19fd4" providerId="AD" clId="Web-{1D5D53F6-9C8B-61DA-B60B-3B74DF5B865B}" dt="2026-04-03T16:13:23.628" v="147"/>
          <ac:spMkLst>
            <pc:docMk/>
            <pc:sldMk cId="0" sldId="256"/>
            <ac:spMk id="29" creationId="{00000000-0000-0000-0000-000000000000}"/>
          </ac:spMkLst>
        </pc:spChg>
        <pc:spChg chg="mod">
          <ac:chgData name="Maxwell Forest Miller" userId="S::mill3266@purdue.edu::6d9b768a-90a2-45be-8351-d16ecfb19fd4" providerId="AD" clId="Web-{1D5D53F6-9C8B-61DA-B60B-3B74DF5B865B}" dt="2026-04-03T16:09:36.766" v="119"/>
          <ac:spMkLst>
            <pc:docMk/>
            <pc:sldMk cId="0" sldId="256"/>
            <ac:spMk id="42" creationId="{00000000-0000-0000-0000-000000000000}"/>
          </ac:spMkLst>
        </pc:spChg>
        <pc:spChg chg="mod">
          <ac:chgData name="Maxwell Forest Miller" userId="S::mill3266@purdue.edu::6d9b768a-90a2-45be-8351-d16ecfb19fd4" providerId="AD" clId="Web-{1D5D53F6-9C8B-61DA-B60B-3B74DF5B865B}" dt="2026-04-03T16:02:21.125" v="18"/>
          <ac:spMkLst>
            <pc:docMk/>
            <pc:sldMk cId="0" sldId="256"/>
            <ac:spMk id="43" creationId="{00000000-0000-0000-0000-000000000000}"/>
          </ac:spMkLst>
        </pc:spChg>
        <pc:spChg chg="mod">
          <ac:chgData name="Maxwell Forest Miller" userId="S::mill3266@purdue.edu::6d9b768a-90a2-45be-8351-d16ecfb19fd4" providerId="AD" clId="Web-{1D5D53F6-9C8B-61DA-B60B-3B74DF5B865B}" dt="2026-04-03T16:09:43.048" v="120"/>
          <ac:spMkLst>
            <pc:docMk/>
            <pc:sldMk cId="0" sldId="256"/>
            <ac:spMk id="44" creationId="{00000000-0000-0000-0000-000000000000}"/>
          </ac:spMkLst>
        </pc:spChg>
        <pc:spChg chg="mod">
          <ac:chgData name="Maxwell Forest Miller" userId="S::mill3266@purdue.edu::6d9b768a-90a2-45be-8351-d16ecfb19fd4" providerId="AD" clId="Web-{1D5D53F6-9C8B-61DA-B60B-3B74DF5B865B}" dt="2026-04-03T16:09:50.876" v="121"/>
          <ac:spMkLst>
            <pc:docMk/>
            <pc:sldMk cId="0" sldId="256"/>
            <ac:spMk id="45" creationId="{00000000-0000-0000-0000-000000000000}"/>
          </ac:spMkLst>
        </pc:spChg>
        <pc:spChg chg="mod">
          <ac:chgData name="Maxwell Forest Miller" userId="S::mill3266@purdue.edu::6d9b768a-90a2-45be-8351-d16ecfb19fd4" providerId="AD" clId="Web-{1D5D53F6-9C8B-61DA-B60B-3B74DF5B865B}" dt="2026-04-03T16:10:01.204" v="123"/>
          <ac:spMkLst>
            <pc:docMk/>
            <pc:sldMk cId="0" sldId="256"/>
            <ac:spMk id="46" creationId="{00000000-0000-0000-0000-000000000000}"/>
          </ac:spMkLst>
        </pc:spChg>
        <pc:spChg chg="mod">
          <ac:chgData name="Maxwell Forest Miller" userId="S::mill3266@purdue.edu::6d9b768a-90a2-45be-8351-d16ecfb19fd4" providerId="AD" clId="Web-{1D5D53F6-9C8B-61DA-B60B-3B74DF5B865B}" dt="2026-04-03T16:14:37.550" v="157"/>
          <ac:spMkLst>
            <pc:docMk/>
            <pc:sldMk cId="0" sldId="256"/>
            <ac:spMk id="52" creationId="{00000000-0000-0000-0000-000000000000}"/>
          </ac:spMkLst>
        </pc:spChg>
        <pc:spChg chg="mod">
          <ac:chgData name="Maxwell Forest Miller" userId="S::mill3266@purdue.edu::6d9b768a-90a2-45be-8351-d16ecfb19fd4" providerId="AD" clId="Web-{1D5D53F6-9C8B-61DA-B60B-3B74DF5B865B}" dt="2026-04-03T16:11:09.611" v="130"/>
          <ac:spMkLst>
            <pc:docMk/>
            <pc:sldMk cId="0" sldId="256"/>
            <ac:spMk id="57" creationId="{00000000-0000-0000-0000-000000000000}"/>
          </ac:spMkLst>
        </pc:spChg>
        <pc:spChg chg="mod">
          <ac:chgData name="Maxwell Forest Miller" userId="S::mill3266@purdue.edu::6d9b768a-90a2-45be-8351-d16ecfb19fd4" providerId="AD" clId="Web-{1D5D53F6-9C8B-61DA-B60B-3B74DF5B865B}" dt="2026-04-03T16:11:37.908" v="136"/>
          <ac:spMkLst>
            <pc:docMk/>
            <pc:sldMk cId="0" sldId="256"/>
            <ac:spMk id="58" creationId="{00000000-0000-0000-0000-000000000000}"/>
          </ac:spMkLst>
        </pc:spChg>
        <pc:spChg chg="mod">
          <ac:chgData name="Maxwell Forest Miller" userId="S::mill3266@purdue.edu::6d9b768a-90a2-45be-8351-d16ecfb19fd4" providerId="AD" clId="Web-{1D5D53F6-9C8B-61DA-B60B-3B74DF5B865B}" dt="2026-04-03T16:07:17.594" v="102"/>
          <ac:spMkLst>
            <pc:docMk/>
            <pc:sldMk cId="0" sldId="256"/>
            <ac:spMk id="59" creationId="{00000000-0000-0000-0000-000000000000}"/>
          </ac:spMkLst>
        </pc:spChg>
        <pc:spChg chg="mod">
          <ac:chgData name="Maxwell Forest Miller" userId="S::mill3266@purdue.edu::6d9b768a-90a2-45be-8351-d16ecfb19fd4" providerId="AD" clId="Web-{1D5D53F6-9C8B-61DA-B60B-3B74DF5B865B}" dt="2026-04-03T16:12:27.299" v="144"/>
          <ac:spMkLst>
            <pc:docMk/>
            <pc:sldMk cId="0" sldId="256"/>
            <ac:spMk id="68" creationId="{00000000-0000-0000-0000-000000000000}"/>
          </ac:spMkLst>
        </pc:spChg>
        <pc:spChg chg="mod">
          <ac:chgData name="Maxwell Forest Miller" userId="S::mill3266@purdue.edu::6d9b768a-90a2-45be-8351-d16ecfb19fd4" providerId="AD" clId="Web-{1D5D53F6-9C8B-61DA-B60B-3B74DF5B865B}" dt="2026-04-03T15:50:38.199" v="1" actId="14100"/>
          <ac:spMkLst>
            <pc:docMk/>
            <pc:sldMk cId="0" sldId="256"/>
            <ac:spMk id="83" creationId="{00000000-0000-0000-0000-000000000000}"/>
          </ac:spMkLst>
        </pc:spChg>
        <pc:grpChg chg="mod">
          <ac:chgData name="Maxwell Forest Miller" userId="S::mill3266@purdue.edu::6d9b768a-90a2-45be-8351-d16ecfb19fd4" providerId="AD" clId="Web-{1D5D53F6-9C8B-61DA-B60B-3B74DF5B865B}" dt="2026-04-03T16:13:37.925" v="148"/>
          <ac:grpSpMkLst>
            <pc:docMk/>
            <pc:sldMk cId="0" sldId="256"/>
            <ac:grpSpMk id="2" creationId="{00000000-0000-0000-0000-000000000000}"/>
          </ac:grpSpMkLst>
        </pc:grpChg>
        <pc:grpChg chg="mod">
          <ac:chgData name="Maxwell Forest Miller" userId="S::mill3266@purdue.edu::6d9b768a-90a2-45be-8351-d16ecfb19fd4" providerId="AD" clId="Web-{1D5D53F6-9C8B-61DA-B60B-3B74DF5B865B}" dt="2026-04-03T16:13:52.066" v="153"/>
          <ac:grpSpMkLst>
            <pc:docMk/>
            <pc:sldMk cId="0" sldId="256"/>
            <ac:grpSpMk id="5" creationId="{00000000-0000-0000-0000-000000000000}"/>
          </ac:grpSpMkLst>
        </pc:grpChg>
        <pc:grpChg chg="mod">
          <ac:chgData name="Maxwell Forest Miller" userId="S::mill3266@purdue.edu::6d9b768a-90a2-45be-8351-d16ecfb19fd4" providerId="AD" clId="Web-{1D5D53F6-9C8B-61DA-B60B-3B74DF5B865B}" dt="2026-04-03T16:08:37.501" v="104"/>
          <ac:grpSpMkLst>
            <pc:docMk/>
            <pc:sldMk cId="0" sldId="256"/>
            <ac:grpSpMk id="8" creationId="{00000000-0000-0000-0000-000000000000}"/>
          </ac:grpSpMkLst>
        </pc:grpChg>
        <pc:grpChg chg="mod">
          <ac:chgData name="Maxwell Forest Miller" userId="S::mill3266@purdue.edu::6d9b768a-90a2-45be-8351-d16ecfb19fd4" providerId="AD" clId="Web-{1D5D53F6-9C8B-61DA-B60B-3B74DF5B865B}" dt="2026-04-03T16:08:41.719" v="105"/>
          <ac:grpSpMkLst>
            <pc:docMk/>
            <pc:sldMk cId="0" sldId="256"/>
            <ac:grpSpMk id="11" creationId="{00000000-0000-0000-0000-000000000000}"/>
          </ac:grpSpMkLst>
        </pc:grpChg>
        <pc:grpChg chg="mod">
          <ac:chgData name="Maxwell Forest Miller" userId="S::mill3266@purdue.edu::6d9b768a-90a2-45be-8351-d16ecfb19fd4" providerId="AD" clId="Web-{1D5D53F6-9C8B-61DA-B60B-3B74DF5B865B}" dt="2026-04-03T16:08:50.485" v="106"/>
          <ac:grpSpMkLst>
            <pc:docMk/>
            <pc:sldMk cId="0" sldId="256"/>
            <ac:grpSpMk id="14" creationId="{00000000-0000-0000-0000-000000000000}"/>
          </ac:grpSpMkLst>
        </pc:grpChg>
        <pc:grpChg chg="mod">
          <ac:chgData name="Maxwell Forest Miller" userId="S::mill3266@purdue.edu::6d9b768a-90a2-45be-8351-d16ecfb19fd4" providerId="AD" clId="Web-{1D5D53F6-9C8B-61DA-B60B-3B74DF5B865B}" dt="2026-04-03T16:08:56.641" v="107"/>
          <ac:grpSpMkLst>
            <pc:docMk/>
            <pc:sldMk cId="0" sldId="256"/>
            <ac:grpSpMk id="17" creationId="{00000000-0000-0000-0000-000000000000}"/>
          </ac:grpSpMkLst>
        </pc:grpChg>
        <pc:grpChg chg="mod">
          <ac:chgData name="Maxwell Forest Miller" userId="S::mill3266@purdue.edu::6d9b768a-90a2-45be-8351-d16ecfb19fd4" providerId="AD" clId="Web-{1D5D53F6-9C8B-61DA-B60B-3B74DF5B865B}" dt="2026-04-03T16:14:18.785" v="154"/>
          <ac:grpSpMkLst>
            <pc:docMk/>
            <pc:sldMk cId="0" sldId="256"/>
            <ac:grpSpMk id="20" creationId="{00000000-0000-0000-0000-000000000000}"/>
          </ac:grpSpMkLst>
        </pc:grpChg>
        <pc:grpChg chg="mod">
          <ac:chgData name="Maxwell Forest Miller" userId="S::mill3266@purdue.edu::6d9b768a-90a2-45be-8351-d16ecfb19fd4" providerId="AD" clId="Web-{1D5D53F6-9C8B-61DA-B60B-3B74DF5B865B}" dt="2026-04-03T16:08:20.501" v="103"/>
          <ac:grpSpMkLst>
            <pc:docMk/>
            <pc:sldMk cId="0" sldId="256"/>
            <ac:grpSpMk id="23" creationId="{00000000-0000-0000-0000-000000000000}"/>
          </ac:grpSpMkLst>
        </pc:grpChg>
        <pc:grpChg chg="mod">
          <ac:chgData name="Maxwell Forest Miller" userId="S::mill3266@purdue.edu::6d9b768a-90a2-45be-8351-d16ecfb19fd4" providerId="AD" clId="Web-{1D5D53F6-9C8B-61DA-B60B-3B74DF5B865B}" dt="2026-04-03T16:09:03.954" v="109"/>
          <ac:grpSpMkLst>
            <pc:docMk/>
            <pc:sldMk cId="0" sldId="256"/>
            <ac:grpSpMk id="26" creationId="{00000000-0000-0000-0000-000000000000}"/>
          </ac:grpSpMkLst>
        </pc:grpChg>
        <pc:grpChg chg="mod">
          <ac:chgData name="Maxwell Forest Miller" userId="S::mill3266@purdue.edu::6d9b768a-90a2-45be-8351-d16ecfb19fd4" providerId="AD" clId="Web-{1D5D53F6-9C8B-61DA-B60B-3B74DF5B865B}" dt="2026-04-03T16:09:09.501" v="110"/>
          <ac:grpSpMkLst>
            <pc:docMk/>
            <pc:sldMk cId="0" sldId="256"/>
            <ac:grpSpMk id="30" creationId="{00000000-0000-0000-0000-000000000000}"/>
          </ac:grpSpMkLst>
        </pc:grpChg>
        <pc:grpChg chg="mod">
          <ac:chgData name="Maxwell Forest Miller" userId="S::mill3266@purdue.edu::6d9b768a-90a2-45be-8351-d16ecfb19fd4" providerId="AD" clId="Web-{1D5D53F6-9C8B-61DA-B60B-3B74DF5B865B}" dt="2026-04-03T16:09:14.110" v="111"/>
          <ac:grpSpMkLst>
            <pc:docMk/>
            <pc:sldMk cId="0" sldId="256"/>
            <ac:grpSpMk id="33" creationId="{00000000-0000-0000-0000-000000000000}"/>
          </ac:grpSpMkLst>
        </pc:grpChg>
        <pc:grpChg chg="mod">
          <ac:chgData name="Maxwell Forest Miller" userId="S::mill3266@purdue.edu::6d9b768a-90a2-45be-8351-d16ecfb19fd4" providerId="AD" clId="Web-{1D5D53F6-9C8B-61DA-B60B-3B74DF5B865B}" dt="2026-04-03T16:09:16.923" v="112"/>
          <ac:grpSpMkLst>
            <pc:docMk/>
            <pc:sldMk cId="0" sldId="256"/>
            <ac:grpSpMk id="36" creationId="{00000000-0000-0000-0000-000000000000}"/>
          </ac:grpSpMkLst>
        </pc:grpChg>
        <pc:grpChg chg="mod">
          <ac:chgData name="Maxwell Forest Miller" userId="S::mill3266@purdue.edu::6d9b768a-90a2-45be-8351-d16ecfb19fd4" providerId="AD" clId="Web-{1D5D53F6-9C8B-61DA-B60B-3B74DF5B865B}" dt="2026-04-03T16:09:19.329" v="113"/>
          <ac:grpSpMkLst>
            <pc:docMk/>
            <pc:sldMk cId="0" sldId="256"/>
            <ac:grpSpMk id="39" creationId="{00000000-0000-0000-0000-000000000000}"/>
          </ac:grpSpMkLst>
        </pc:grpChg>
        <pc:grpChg chg="mod">
          <ac:chgData name="Maxwell Forest Miller" userId="S::mill3266@purdue.edu::6d9b768a-90a2-45be-8351-d16ecfb19fd4" providerId="AD" clId="Web-{1D5D53F6-9C8B-61DA-B60B-3B74DF5B865B}" dt="2026-04-03T16:11:45.986" v="137"/>
          <ac:grpSpMkLst>
            <pc:docMk/>
            <pc:sldMk cId="0" sldId="256"/>
            <ac:grpSpMk id="60" creationId="{00000000-0000-0000-0000-000000000000}"/>
          </ac:grpSpMkLst>
        </pc:grpChg>
        <pc:grpChg chg="mod">
          <ac:chgData name="Maxwell Forest Miller" userId="S::mill3266@purdue.edu::6d9b768a-90a2-45be-8351-d16ecfb19fd4" providerId="AD" clId="Web-{1D5D53F6-9C8B-61DA-B60B-3B74DF5B865B}" dt="2026-04-03T16:15:07.785" v="158"/>
          <ac:grpSpMkLst>
            <pc:docMk/>
            <pc:sldMk cId="0" sldId="256"/>
            <ac:grpSpMk id="63" creationId="{F9496417-D7FF-F3BE-230B-63A5BF80D6DD}"/>
          </ac:grpSpMkLst>
        </pc:grpChg>
        <pc:picChg chg="mod">
          <ac:chgData name="Maxwell Forest Miller" userId="S::mill3266@purdue.edu::6d9b768a-90a2-45be-8351-d16ecfb19fd4" providerId="AD" clId="Web-{1D5D53F6-9C8B-61DA-B60B-3B74DF5B865B}" dt="2026-04-03T16:16:33.520" v="169"/>
          <ac:picMkLst>
            <pc:docMk/>
            <pc:sldMk cId="0" sldId="256"/>
            <ac:picMk id="91" creationId="{8F9F2D2A-4FE7-1056-B510-77DA168EC36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47950" y="512763"/>
            <a:ext cx="38481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Introduction (motivation)​ (Alex)</a:t>
            </a:r>
          </a:p>
          <a:p>
            <a:r>
              <a:rPr lang="en-US"/>
              <a:t>Fall 25​ (Rohit)</a:t>
            </a:r>
          </a:p>
          <a:p>
            <a:r>
              <a:rPr lang="en-US"/>
              <a:t>Research Methodology​</a:t>
            </a:r>
          </a:p>
          <a:p>
            <a:r>
              <a:rPr lang="en-US"/>
              <a:t>Workflow diagram​ - Jose</a:t>
            </a:r>
          </a:p>
          <a:p>
            <a:r>
              <a:rPr lang="en-US"/>
              <a:t>Image of Tool​</a:t>
            </a:r>
          </a:p>
          <a:p>
            <a:r>
              <a:rPr lang="en-US"/>
              <a:t>Pictures of tools used​</a:t>
            </a:r>
          </a:p>
          <a:p>
            <a:r>
              <a:rPr lang="en-US"/>
              <a:t>Features of the tool​ (Max)</a:t>
            </a:r>
          </a:p>
          <a:p>
            <a:endParaRPr lang="en-US"/>
          </a:p>
          <a:p>
            <a:r>
              <a:rPr lang="en-US"/>
              <a:t>Real world Impact​-( pragathi)</a:t>
            </a:r>
          </a:p>
          <a:p>
            <a:r>
              <a:rPr lang="en-US"/>
              <a:t>Conclusion (learning outcome, acknowledgments, references)​ ( Manasi)</a:t>
            </a:r>
          </a:p>
          <a:p>
            <a:r>
              <a:rPr lang="en-US"/>
              <a:t>​</a:t>
            </a:r>
          </a:p>
          <a:p>
            <a:r>
              <a:rPr lang="en-US"/>
              <a:t>Color scheme​</a:t>
            </a:r>
          </a:p>
          <a:p>
            <a:r>
              <a:rPr lang="en-US"/>
              <a:t>Red, white,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svg"/><Relationship Id="rId21" Type="http://schemas.openxmlformats.org/officeDocument/2006/relationships/image" Target="../media/image19.jpe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jpe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jpeg"/><Relationship Id="rId10" Type="http://schemas.openxmlformats.org/officeDocument/2006/relationships/image" Target="../media/image8.jpe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92428">
                <a:alpha val="100000"/>
              </a:srgbClr>
            </a:gs>
            <a:gs pos="100000">
              <a:srgbClr val="FF76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1698120" y="16979793"/>
            <a:ext cx="10878565" cy="4555516"/>
            <a:chOff x="0" y="-47625"/>
            <a:chExt cx="2624079" cy="109886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624079" cy="1051236"/>
            </a:xfrm>
            <a:custGeom>
              <a:avLst/>
              <a:gdLst/>
              <a:ahLst/>
              <a:cxnLst/>
              <a:rect l="l" t="t" r="r" b="b"/>
              <a:pathLst>
                <a:path w="2624079" h="1051236">
                  <a:moveTo>
                    <a:pt x="0" y="0"/>
                  </a:moveTo>
                  <a:lnTo>
                    <a:pt x="2624079" y="0"/>
                  </a:lnTo>
                  <a:lnTo>
                    <a:pt x="2624079" y="1051236"/>
                  </a:lnTo>
                  <a:lnTo>
                    <a:pt x="0" y="1051236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2624079" cy="1098861"/>
            </a:xfrm>
            <a:prstGeom prst="rect">
              <a:avLst/>
            </a:prstGeom>
          </p:spPr>
          <p:txBody>
            <a:bodyPr lIns="78000" tIns="78000" rIns="78000" bIns="78000" rtlCol="0" anchor="ctr"/>
            <a:lstStyle/>
            <a:p>
              <a:pPr algn="ctr">
                <a:lnSpc>
                  <a:spcPts val="300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120841" y="7201942"/>
            <a:ext cx="13201503" cy="6286695"/>
            <a:chOff x="0" y="-47625"/>
            <a:chExt cx="3449775" cy="16428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449775" cy="1595194"/>
            </a:xfrm>
            <a:custGeom>
              <a:avLst/>
              <a:gdLst/>
              <a:ahLst/>
              <a:cxnLst/>
              <a:rect l="l" t="t" r="r" b="b"/>
              <a:pathLst>
                <a:path w="3449775" h="1595194">
                  <a:moveTo>
                    <a:pt x="0" y="0"/>
                  </a:moveTo>
                  <a:lnTo>
                    <a:pt x="3449775" y="0"/>
                  </a:lnTo>
                  <a:lnTo>
                    <a:pt x="3449775" y="1595194"/>
                  </a:lnTo>
                  <a:lnTo>
                    <a:pt x="0" y="1595194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3449775" cy="1642820"/>
            </a:xfrm>
            <a:prstGeom prst="rect">
              <a:avLst/>
            </a:prstGeom>
          </p:spPr>
          <p:txBody>
            <a:bodyPr lIns="72000" tIns="72000" rIns="72000" bIns="72000" rtlCol="0" anchor="t"/>
            <a:lstStyle/>
            <a:p>
              <a:pPr marL="0" lvl="0" indent="0" algn="ctr">
                <a:lnSpc>
                  <a:spcPts val="300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27035" y="-412731"/>
            <a:ext cx="32962953" cy="3385560"/>
            <a:chOff x="0" y="-95250"/>
            <a:chExt cx="3581402" cy="7623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81402" cy="667125"/>
            </a:xfrm>
            <a:custGeom>
              <a:avLst/>
              <a:gdLst/>
              <a:ahLst/>
              <a:cxnLst/>
              <a:rect l="l" t="t" r="r" b="b"/>
              <a:pathLst>
                <a:path w="3581402" h="667125">
                  <a:moveTo>
                    <a:pt x="0" y="0"/>
                  </a:moveTo>
                  <a:lnTo>
                    <a:pt x="3581402" y="0"/>
                  </a:lnTo>
                  <a:lnTo>
                    <a:pt x="3581402" y="667125"/>
                  </a:lnTo>
                  <a:lnTo>
                    <a:pt x="0" y="6671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3581402" cy="762375"/>
            </a:xfrm>
            <a:prstGeom prst="rect">
              <a:avLst/>
            </a:prstGeom>
          </p:spPr>
          <p:txBody>
            <a:bodyPr lIns="81527" tIns="81527" rIns="81527" bIns="81527" rtlCol="0" anchor="ctr"/>
            <a:lstStyle/>
            <a:p>
              <a:pPr algn="ctr">
                <a:lnSpc>
                  <a:spcPts val="584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4" name="Freeform 4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5400000">
            <a:off x="17014170" y="-6128897"/>
            <a:ext cx="19700" cy="15760040"/>
          </a:xfrm>
          <a:custGeom>
            <a:avLst/>
            <a:gdLst/>
            <a:ahLst/>
            <a:cxnLst/>
            <a:rect l="l" t="t" r="r" b="b"/>
            <a:pathLst>
              <a:path w="19700" h="15760040">
                <a:moveTo>
                  <a:pt x="0" y="0"/>
                </a:moveTo>
                <a:lnTo>
                  <a:pt x="19700" y="0"/>
                </a:lnTo>
                <a:lnTo>
                  <a:pt x="19700" y="15760040"/>
                </a:lnTo>
                <a:lnTo>
                  <a:pt x="0" y="15760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 descr="Purdue University logo followed by &quot;The Data Mine&quot; logo separated by a vertical line&#10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33212" y="611374"/>
            <a:ext cx="8995305" cy="1765329"/>
          </a:xfrm>
          <a:custGeom>
            <a:avLst/>
            <a:gdLst/>
            <a:ahLst/>
            <a:cxnLst/>
            <a:rect l="l" t="t" r="r" b="b"/>
            <a:pathLst>
              <a:path w="8995305" h="1765329">
                <a:moveTo>
                  <a:pt x="0" y="0"/>
                </a:moveTo>
                <a:lnTo>
                  <a:pt x="8995305" y="0"/>
                </a:lnTo>
                <a:lnTo>
                  <a:pt x="8995305" y="1765328"/>
                </a:lnTo>
                <a:lnTo>
                  <a:pt x="0" y="1765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8" name="TextBox 7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10013038" y="271688"/>
            <a:ext cx="14041494" cy="137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60"/>
              </a:lnSpc>
              <a:spcBef>
                <a:spcPct val="0"/>
              </a:spcBef>
            </a:pPr>
            <a:r>
              <a:rPr lang="en-US" sz="8400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LLM Budget Dashboard System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6103065" y="1892338"/>
            <a:ext cx="21681764" cy="74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46"/>
              </a:lnSpc>
              <a:spcBef>
                <a:spcPct val="0"/>
              </a:spcBef>
            </a:pPr>
            <a:r>
              <a:rPr lang="en-US" sz="4533">
                <a:solidFill>
                  <a:srgbClr val="001329"/>
                </a:solidFill>
                <a:latin typeface="Coolvetica 2"/>
                <a:ea typeface="Coolvetica 2"/>
                <a:cs typeface="Coolvetica 2"/>
                <a:sym typeface="Coolvetica 2"/>
              </a:rPr>
              <a:t>Members: Jose M. Pitt, Manasi Indalkar, Maxwell Miler, Alex Qu,  Andres Alban, Rohit Sattuluri, Garv Atri, Pragathi Rao, Sanketh Patil </a:t>
            </a:r>
          </a:p>
        </p:txBody>
      </p:sp>
      <p:sp>
        <p:nvSpPr>
          <p:cNvPr id="43" name="Freeform 43" descr="Red Johnson and Johnson Logo"/>
          <p:cNvSpPr/>
          <p:nvPr/>
        </p:nvSpPr>
        <p:spPr>
          <a:xfrm>
            <a:off x="25124096" y="18087"/>
            <a:ext cx="7663478" cy="2040106"/>
          </a:xfrm>
          <a:custGeom>
            <a:avLst/>
            <a:gdLst/>
            <a:ahLst/>
            <a:cxnLst/>
            <a:rect l="l" t="t" r="r" b="b"/>
            <a:pathLst>
              <a:path w="7663478" h="2040106">
                <a:moveTo>
                  <a:pt x="0" y="0"/>
                </a:moveTo>
                <a:lnTo>
                  <a:pt x="7663479" y="0"/>
                </a:lnTo>
                <a:lnTo>
                  <a:pt x="7663479" y="2040106"/>
                </a:lnTo>
                <a:lnTo>
                  <a:pt x="0" y="20401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4262" b="-5703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12711" y="2999949"/>
            <a:ext cx="8652290" cy="6833880"/>
            <a:chOff x="0" y="-47625"/>
            <a:chExt cx="2139531" cy="1689876"/>
          </a:xfrm>
        </p:grpSpPr>
        <p:sp>
          <p:nvSpPr>
            <p:cNvPr id="12" name="Freeform 12"/>
            <p:cNvSpPr/>
            <p:nvPr/>
          </p:nvSpPr>
          <p:spPr>
            <a:xfrm>
              <a:off x="2844" y="0"/>
              <a:ext cx="2136687" cy="1616653"/>
            </a:xfrm>
            <a:custGeom>
              <a:avLst/>
              <a:gdLst/>
              <a:ahLst/>
              <a:cxnLst/>
              <a:rect l="l" t="t" r="r" b="b"/>
              <a:pathLst>
                <a:path w="2136687" h="1642251">
                  <a:moveTo>
                    <a:pt x="0" y="0"/>
                  </a:moveTo>
                  <a:lnTo>
                    <a:pt x="2136687" y="0"/>
                  </a:lnTo>
                  <a:lnTo>
                    <a:pt x="2136687" y="1642251"/>
                  </a:lnTo>
                  <a:lnTo>
                    <a:pt x="0" y="1642251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136687" cy="1689876"/>
            </a:xfrm>
            <a:prstGeom prst="rect">
              <a:avLst/>
            </a:prstGeom>
          </p:spPr>
          <p:txBody>
            <a:bodyPr lIns="457200" tIns="457200" rIns="457200" bIns="457200" rtlCol="0" anchor="ctr"/>
            <a:lstStyle/>
            <a:p>
              <a:pPr algn="l">
                <a:lnSpc>
                  <a:spcPts val="3009"/>
                </a:lnSpc>
              </a:pPr>
              <a:endParaRPr/>
            </a:p>
            <a:p>
              <a:pPr algn="l">
                <a:lnSpc>
                  <a:spcPts val="3009"/>
                </a:lnSpc>
              </a:pPr>
              <a:endParaRPr/>
            </a:p>
            <a:p>
              <a:pPr algn="l">
                <a:lnSpc>
                  <a:spcPts val="3009"/>
                </a:lnSpc>
              </a:pPr>
              <a:endParaRPr/>
            </a:p>
            <a:p>
              <a:pPr marL="0" lvl="0" indent="0" algn="l">
                <a:lnSpc>
                  <a:spcPts val="300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2850033" y="3197726"/>
            <a:ext cx="3607147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Introduction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29462" y="4245755"/>
            <a:ext cx="8184222" cy="5178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5150" lvl="1" indent="-282575" algn="l">
              <a:lnSpc>
                <a:spcPts val="3667"/>
              </a:lnSpc>
              <a:buFont typeface="Arial"/>
              <a:buChar char="•"/>
            </a:pPr>
            <a:r>
              <a:rPr lang="en-US" sz="2800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Johnson and Johnson is a global healthcare company specializing in pharmaceuticals and medical technology</a:t>
            </a:r>
            <a:endParaRPr lang="en-US" sz="2800">
              <a:solidFill>
                <a:srgbClr val="001329"/>
              </a:solidFill>
              <a:latin typeface="Coolvetica 1"/>
              <a:ea typeface="Coolvetica 1"/>
              <a:cs typeface="Coolvetica 1"/>
            </a:endParaRPr>
          </a:p>
          <a:p>
            <a:pPr marL="565150" lvl="1" indent="-282575" algn="l">
              <a:lnSpc>
                <a:spcPts val="3667"/>
              </a:lnSpc>
              <a:buFont typeface="Arial"/>
              <a:buChar char="•"/>
            </a:pPr>
            <a:r>
              <a:rPr lang="en-US" sz="2800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Project objectives</a:t>
            </a:r>
            <a:endParaRPr lang="en-US" sz="2800">
              <a:solidFill>
                <a:srgbClr val="001329"/>
              </a:solidFill>
              <a:latin typeface="Coolvetica 1"/>
              <a:ea typeface="Coolvetica 1"/>
              <a:cs typeface="Coolvetica 1"/>
            </a:endParaRPr>
          </a:p>
          <a:p>
            <a:pPr marL="1130935" lvl="2" indent="-376555" algn="l">
              <a:lnSpc>
                <a:spcPts val="3667"/>
              </a:lnSpc>
              <a:buFont typeface="Arial"/>
              <a:buChar char="⚬"/>
            </a:pPr>
            <a:r>
              <a:rPr lang="en-US" sz="2800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Build an interactive budget dashboard to discover and leverage insights</a:t>
            </a:r>
            <a:endParaRPr lang="en-US" sz="2800">
              <a:solidFill>
                <a:srgbClr val="001329"/>
              </a:solidFill>
              <a:latin typeface="Coolvetica 1"/>
              <a:ea typeface="Coolvetica 1"/>
              <a:cs typeface="Coolvetica 1"/>
            </a:endParaRPr>
          </a:p>
          <a:p>
            <a:pPr marL="1130935" lvl="2" indent="-376555" algn="l">
              <a:lnSpc>
                <a:spcPts val="3667"/>
              </a:lnSpc>
              <a:buFont typeface="Arial"/>
              <a:buChar char="⚬"/>
            </a:pPr>
            <a:r>
              <a:rPr lang="en-US" sz="2800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Leverage LLM-assisted analysis to support faster resource allocation and financial insights</a:t>
            </a:r>
            <a:endParaRPr lang="en-US" sz="2800">
              <a:solidFill>
                <a:srgbClr val="001329"/>
              </a:solidFill>
              <a:latin typeface="Coolvetica 1"/>
              <a:ea typeface="Coolvetica 1"/>
              <a:cs typeface="Coolvetica 1"/>
            </a:endParaRPr>
          </a:p>
          <a:p>
            <a:pPr marL="1130935" lvl="2" indent="-376555" algn="l">
              <a:lnSpc>
                <a:spcPts val="3667"/>
              </a:lnSpc>
              <a:buFont typeface="Arial"/>
              <a:buChar char="⚬"/>
            </a:pPr>
            <a:r>
              <a:rPr lang="en-US" sz="2800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Create an automation process to seamlessly transfer data from IBM Cognos to </a:t>
            </a:r>
            <a:r>
              <a:rPr lang="en-US" sz="2800" err="1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PowerBI</a:t>
            </a:r>
            <a:endParaRPr lang="en-US" sz="2800" err="1">
              <a:solidFill>
                <a:srgbClr val="001329"/>
              </a:solidFill>
              <a:latin typeface="Coolvetica 1"/>
              <a:ea typeface="Coolvetica 1"/>
              <a:cs typeface="Coolvetica 1"/>
            </a:endParaRPr>
          </a:p>
          <a:p>
            <a:pPr algn="l">
              <a:lnSpc>
                <a:spcPts val="3667"/>
              </a:lnSpc>
            </a:pPr>
            <a:endParaRPr lang="en-US" sz="2619">
              <a:solidFill>
                <a:srgbClr val="001329"/>
              </a:solidFill>
              <a:latin typeface="Coolvetica 1"/>
              <a:ea typeface="Coolvetica 1"/>
              <a:cs typeface="Coolvetica 1"/>
              <a:sym typeface="Coolvetica 1"/>
            </a:endParaRPr>
          </a:p>
        </p:txBody>
      </p:sp>
      <p:grpSp>
        <p:nvGrpSpPr>
          <p:cNvPr id="17" name="Group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3212" y="9734658"/>
            <a:ext cx="8640789" cy="7293247"/>
            <a:chOff x="0" y="-47625"/>
            <a:chExt cx="2225661" cy="187856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25661" cy="1830941"/>
            </a:xfrm>
            <a:custGeom>
              <a:avLst/>
              <a:gdLst/>
              <a:ahLst/>
              <a:cxnLst/>
              <a:rect l="l" t="t" r="r" b="b"/>
              <a:pathLst>
                <a:path w="2225661" h="1830941">
                  <a:moveTo>
                    <a:pt x="0" y="0"/>
                  </a:moveTo>
                  <a:lnTo>
                    <a:pt x="2225661" y="0"/>
                  </a:lnTo>
                  <a:lnTo>
                    <a:pt x="2225661" y="1830941"/>
                  </a:lnTo>
                  <a:lnTo>
                    <a:pt x="0" y="1830941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225661" cy="1878566"/>
            </a:xfrm>
            <a:prstGeom prst="rect">
              <a:avLst/>
            </a:prstGeom>
          </p:spPr>
          <p:txBody>
            <a:bodyPr lIns="73046" tIns="73046" rIns="73046" bIns="73046" rtlCol="0" anchor="ctr"/>
            <a:lstStyle/>
            <a:p>
              <a:pPr marL="0" lvl="0" indent="0" algn="ctr">
                <a:lnSpc>
                  <a:spcPts val="300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2645394" y="10013939"/>
            <a:ext cx="4016425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Fall 25 Project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86352" y="10954606"/>
            <a:ext cx="8311649" cy="561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8106" lvl="1" indent="-299053" algn="l">
              <a:lnSpc>
                <a:spcPts val="3878"/>
              </a:lnSpc>
              <a:buFont typeface="Arial"/>
              <a:buChar char="•"/>
            </a:pPr>
            <a:r>
              <a:rPr lang="en-US" sz="2770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Automation Pipeline</a:t>
            </a:r>
          </a:p>
          <a:p>
            <a:pPr marL="1196212" lvl="2" indent="-398737" algn="l">
              <a:lnSpc>
                <a:spcPts val="3878"/>
              </a:lnSpc>
              <a:buFont typeface="Arial"/>
              <a:buChar char="⚬"/>
            </a:pPr>
            <a:r>
              <a:rPr lang="en-US" sz="2770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Built pipeline transferring data from IBM Cognos Cloud into Power BI</a:t>
            </a:r>
          </a:p>
          <a:p>
            <a:pPr marL="1196212" lvl="2" indent="-398737" algn="l">
              <a:lnSpc>
                <a:spcPts val="3878"/>
              </a:lnSpc>
              <a:buFont typeface="Arial"/>
              <a:buChar char="⚬"/>
            </a:pPr>
            <a:r>
              <a:rPr lang="en-US" sz="2770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Enabled daily automated dashboard refresh</a:t>
            </a:r>
          </a:p>
          <a:p>
            <a:pPr marL="598106" lvl="1" indent="-299053" algn="l">
              <a:lnSpc>
                <a:spcPts val="3878"/>
              </a:lnSpc>
              <a:buFont typeface="Arial"/>
              <a:buChar char="•"/>
            </a:pPr>
            <a:r>
              <a:rPr lang="en-US" sz="2770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Process &amp; Documentation</a:t>
            </a:r>
          </a:p>
          <a:p>
            <a:pPr marL="1196212" lvl="2" indent="-398737" algn="l">
              <a:lnSpc>
                <a:spcPts val="3878"/>
              </a:lnSpc>
              <a:buFont typeface="Arial"/>
              <a:buChar char="⚬"/>
            </a:pPr>
            <a:r>
              <a:rPr lang="en-US" sz="2770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Created documentation outlining the full automation workflow</a:t>
            </a:r>
          </a:p>
          <a:p>
            <a:pPr marL="598106" lvl="1" indent="-299053" algn="l">
              <a:lnSpc>
                <a:spcPts val="3878"/>
              </a:lnSpc>
              <a:buFont typeface="Arial"/>
              <a:buChar char="•"/>
            </a:pPr>
            <a:r>
              <a:rPr lang="en-US" sz="2770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Data Quality Improvements</a:t>
            </a:r>
          </a:p>
          <a:p>
            <a:pPr marL="1196212" lvl="2" indent="-398737" algn="l">
              <a:lnSpc>
                <a:spcPts val="3878"/>
              </a:lnSpc>
              <a:buFont typeface="Arial"/>
              <a:buChar char="⚬"/>
            </a:pPr>
            <a:r>
              <a:rPr lang="en-US" sz="2770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Identified and resolved errors in Open PO and Spend Excel reports</a:t>
            </a:r>
          </a:p>
          <a:p>
            <a:pPr algn="l">
              <a:lnSpc>
                <a:spcPts val="3878"/>
              </a:lnSpc>
            </a:pPr>
            <a:endParaRPr lang="en-US" sz="2770">
              <a:solidFill>
                <a:srgbClr val="001329"/>
              </a:solidFill>
              <a:latin typeface="Coolvetica 1"/>
              <a:ea typeface="Coolvetica 1"/>
              <a:cs typeface="Coolvetica 1"/>
              <a:sym typeface="Coolvetica 1"/>
            </a:endParaRPr>
          </a:p>
          <a:p>
            <a:pPr algn="l">
              <a:lnSpc>
                <a:spcPts val="3878"/>
              </a:lnSpc>
            </a:pPr>
            <a:r>
              <a:rPr lang="en-US" sz="2770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 </a:t>
            </a:r>
          </a:p>
        </p:txBody>
      </p:sp>
      <p:sp>
        <p:nvSpPr>
          <p:cNvPr id="46" name="Freeform 46" descr="A logo of IBM cognos cloud, also called Vision on JNJ software"/>
          <p:cNvSpPr/>
          <p:nvPr/>
        </p:nvSpPr>
        <p:spPr>
          <a:xfrm>
            <a:off x="526087" y="16076456"/>
            <a:ext cx="1348147" cy="676272"/>
          </a:xfrm>
          <a:custGeom>
            <a:avLst/>
            <a:gdLst/>
            <a:ahLst/>
            <a:cxnLst/>
            <a:rect l="l" t="t" r="r" b="b"/>
            <a:pathLst>
              <a:path w="1348147" h="676272">
                <a:moveTo>
                  <a:pt x="0" y="0"/>
                </a:moveTo>
                <a:lnTo>
                  <a:pt x="1348147" y="0"/>
                </a:lnTo>
                <a:lnTo>
                  <a:pt x="1348147" y="676272"/>
                </a:lnTo>
                <a:lnTo>
                  <a:pt x="0" y="6762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060" b="-406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Freeform 45" descr="Arrow"/>
          <p:cNvSpPr/>
          <p:nvPr/>
        </p:nvSpPr>
        <p:spPr>
          <a:xfrm>
            <a:off x="1868116" y="15983325"/>
            <a:ext cx="1005445" cy="1005445"/>
          </a:xfrm>
          <a:custGeom>
            <a:avLst/>
            <a:gdLst/>
            <a:ahLst/>
            <a:cxnLst/>
            <a:rect l="l" t="t" r="r" b="b"/>
            <a:pathLst>
              <a:path w="1005445" h="1005445">
                <a:moveTo>
                  <a:pt x="0" y="0"/>
                </a:moveTo>
                <a:lnTo>
                  <a:pt x="1005445" y="0"/>
                </a:lnTo>
                <a:lnTo>
                  <a:pt x="1005445" y="1005445"/>
                </a:lnTo>
                <a:lnTo>
                  <a:pt x="0" y="10054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Freeform 47" descr="A logo of microsoft outlook"/>
          <p:cNvSpPr/>
          <p:nvPr/>
        </p:nvSpPr>
        <p:spPr>
          <a:xfrm>
            <a:off x="2974742" y="15961148"/>
            <a:ext cx="912604" cy="912604"/>
          </a:xfrm>
          <a:custGeom>
            <a:avLst/>
            <a:gdLst/>
            <a:ahLst/>
            <a:cxnLst/>
            <a:rect l="l" t="t" r="r" b="b"/>
            <a:pathLst>
              <a:path w="912604" h="912604">
                <a:moveTo>
                  <a:pt x="0" y="0"/>
                </a:moveTo>
                <a:lnTo>
                  <a:pt x="912604" y="0"/>
                </a:lnTo>
                <a:lnTo>
                  <a:pt x="912604" y="912603"/>
                </a:lnTo>
                <a:lnTo>
                  <a:pt x="0" y="9126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1" name="Freeform 51" descr="an arrow symbol"/>
          <p:cNvSpPr/>
          <p:nvPr/>
        </p:nvSpPr>
        <p:spPr>
          <a:xfrm>
            <a:off x="3888554" y="15960321"/>
            <a:ext cx="1005445" cy="1005445"/>
          </a:xfrm>
          <a:custGeom>
            <a:avLst/>
            <a:gdLst/>
            <a:ahLst/>
            <a:cxnLst/>
            <a:rect l="l" t="t" r="r" b="b"/>
            <a:pathLst>
              <a:path w="1005445" h="1005445">
                <a:moveTo>
                  <a:pt x="0" y="0"/>
                </a:moveTo>
                <a:lnTo>
                  <a:pt x="1005446" y="0"/>
                </a:lnTo>
                <a:lnTo>
                  <a:pt x="1005446" y="1005445"/>
                </a:lnTo>
                <a:lnTo>
                  <a:pt x="0" y="10054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Freeform 48" descr="The logo of Microsoft Power Automate tool"/>
          <p:cNvSpPr/>
          <p:nvPr/>
        </p:nvSpPr>
        <p:spPr>
          <a:xfrm>
            <a:off x="4937671" y="16071784"/>
            <a:ext cx="1090144" cy="829352"/>
          </a:xfrm>
          <a:custGeom>
            <a:avLst/>
            <a:gdLst/>
            <a:ahLst/>
            <a:cxnLst/>
            <a:rect l="l" t="t" r="r" b="b"/>
            <a:pathLst>
              <a:path w="1090144" h="829352">
                <a:moveTo>
                  <a:pt x="0" y="0"/>
                </a:moveTo>
                <a:lnTo>
                  <a:pt x="1090144" y="0"/>
                </a:lnTo>
                <a:lnTo>
                  <a:pt x="1090144" y="829353"/>
                </a:lnTo>
                <a:lnTo>
                  <a:pt x="0" y="8293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Freeform 52" descr="black arrow showing transfer of steps"/>
          <p:cNvSpPr/>
          <p:nvPr/>
        </p:nvSpPr>
        <p:spPr>
          <a:xfrm>
            <a:off x="6315705" y="15914314"/>
            <a:ext cx="1005445" cy="1005445"/>
          </a:xfrm>
          <a:custGeom>
            <a:avLst/>
            <a:gdLst/>
            <a:ahLst/>
            <a:cxnLst/>
            <a:rect l="l" t="t" r="r" b="b"/>
            <a:pathLst>
              <a:path w="1005445" h="1005445">
                <a:moveTo>
                  <a:pt x="0" y="0"/>
                </a:moveTo>
                <a:lnTo>
                  <a:pt x="1005445" y="0"/>
                </a:lnTo>
                <a:lnTo>
                  <a:pt x="1005445" y="1005445"/>
                </a:lnTo>
                <a:lnTo>
                  <a:pt x="0" y="10054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Freeform 49" descr="The logo of PowerBI, a data visualization tool"/>
          <p:cNvSpPr/>
          <p:nvPr/>
        </p:nvSpPr>
        <p:spPr>
          <a:xfrm>
            <a:off x="7304911" y="15439132"/>
            <a:ext cx="1469539" cy="1469539"/>
          </a:xfrm>
          <a:custGeom>
            <a:avLst/>
            <a:gdLst/>
            <a:ahLst/>
            <a:cxnLst/>
            <a:rect l="l" t="t" r="r" b="b"/>
            <a:pathLst>
              <a:path w="1469539" h="1469539">
                <a:moveTo>
                  <a:pt x="0" y="0"/>
                </a:moveTo>
                <a:lnTo>
                  <a:pt x="1469539" y="0"/>
                </a:lnTo>
                <a:lnTo>
                  <a:pt x="1469539" y="1469538"/>
                </a:lnTo>
                <a:lnTo>
                  <a:pt x="0" y="14695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0" name="Group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3212" y="16992334"/>
            <a:ext cx="10303333" cy="4580715"/>
            <a:chOff x="0" y="-47625"/>
            <a:chExt cx="2653893" cy="117988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653893" cy="1132258"/>
            </a:xfrm>
            <a:custGeom>
              <a:avLst/>
              <a:gdLst/>
              <a:ahLst/>
              <a:cxnLst/>
              <a:rect l="l" t="t" r="r" b="b"/>
              <a:pathLst>
                <a:path w="2653893" h="1132258">
                  <a:moveTo>
                    <a:pt x="0" y="0"/>
                  </a:moveTo>
                  <a:lnTo>
                    <a:pt x="2653893" y="0"/>
                  </a:lnTo>
                  <a:lnTo>
                    <a:pt x="2653893" y="1132258"/>
                  </a:lnTo>
                  <a:lnTo>
                    <a:pt x="0" y="1132258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2653893" cy="1179883"/>
            </a:xfrm>
            <a:prstGeom prst="rect">
              <a:avLst/>
            </a:prstGeom>
          </p:spPr>
          <p:txBody>
            <a:bodyPr lIns="73046" tIns="73046" rIns="73046" bIns="73046" rtlCol="0" anchor="ctr"/>
            <a:lstStyle/>
            <a:p>
              <a:pPr algn="l">
                <a:lnSpc>
                  <a:spcPts val="3009"/>
                </a:lnSpc>
              </a:pPr>
              <a:endParaRPr/>
            </a:p>
            <a:p>
              <a:pPr algn="l">
                <a:lnSpc>
                  <a:spcPts val="3009"/>
                </a:lnSpc>
              </a:pPr>
              <a:endParaRPr/>
            </a:p>
            <a:p>
              <a:pPr marL="552450" lvl="1" indent="-276225" algn="l">
                <a:lnSpc>
                  <a:spcPts val="3584"/>
                </a:lnSpc>
                <a:buFont typeface="Arial"/>
                <a:buChar char="•"/>
              </a:pPr>
              <a:r>
                <a:rPr lang="en-US" sz="2560">
                  <a:solidFill>
                    <a:srgbClr val="000000"/>
                  </a:solidFill>
                  <a:latin typeface="Coolvetica 1"/>
                  <a:ea typeface="Coolvetica 1"/>
                  <a:cs typeface="Coolvetica 1"/>
                  <a:sym typeface="Coolvetica 1"/>
                </a:rPr>
                <a:t>~30 seconds to retrieve detailed, actionable insights from data</a:t>
              </a:r>
              <a:endParaRPr lang="en-US" sz="2560">
                <a:solidFill>
                  <a:srgbClr val="000000"/>
                </a:solidFill>
                <a:latin typeface="Coolvetica 1"/>
                <a:ea typeface="Coolvetica 1"/>
                <a:cs typeface="Coolvetica 1"/>
              </a:endParaRPr>
            </a:p>
            <a:p>
              <a:pPr marL="552450" lvl="1" indent="-276225" algn="l">
                <a:lnSpc>
                  <a:spcPts val="3584"/>
                </a:lnSpc>
                <a:buFont typeface="Arial"/>
                <a:buChar char="•"/>
              </a:pPr>
              <a:r>
                <a:rPr lang="en-US" sz="2560">
                  <a:solidFill>
                    <a:srgbClr val="000000"/>
                  </a:solidFill>
                  <a:latin typeface="Coolvetica 1"/>
                  <a:ea typeface="Coolvetica 1"/>
                  <a:cs typeface="Coolvetica 1"/>
                  <a:sym typeface="Coolvetica 1"/>
                </a:rPr>
                <a:t>Adaptable analysis pipeline for any data domain</a:t>
              </a:r>
              <a:endParaRPr lang="en-US" sz="2560">
                <a:solidFill>
                  <a:srgbClr val="000000"/>
                </a:solidFill>
                <a:latin typeface="Coolvetica 1"/>
                <a:ea typeface="Coolvetica 1"/>
                <a:cs typeface="Coolvetica 1"/>
              </a:endParaRPr>
            </a:p>
            <a:p>
              <a:pPr marL="552450" lvl="1" indent="-276225" algn="l">
                <a:lnSpc>
                  <a:spcPts val="3584"/>
                </a:lnSpc>
                <a:buFont typeface="Arial"/>
                <a:buChar char="•"/>
              </a:pPr>
              <a:r>
                <a:rPr lang="en-US" sz="2560">
                  <a:solidFill>
                    <a:srgbClr val="000000"/>
                  </a:solidFill>
                  <a:latin typeface="Coolvetica 1"/>
                  <a:ea typeface="Coolvetica 1"/>
                  <a:cs typeface="Coolvetica 1"/>
                  <a:sym typeface="Coolvetica 1"/>
                </a:rPr>
                <a:t>Automated forecasting with built-in confidence metrics</a:t>
              </a:r>
              <a:endParaRPr lang="en-US" sz="2560">
                <a:solidFill>
                  <a:srgbClr val="000000"/>
                </a:solidFill>
                <a:latin typeface="Coolvetica 1"/>
                <a:ea typeface="Coolvetica 1"/>
                <a:cs typeface="Coolvetica 1"/>
              </a:endParaRPr>
            </a:p>
            <a:p>
              <a:pPr marL="552450" lvl="1" indent="-276225" algn="l">
                <a:lnSpc>
                  <a:spcPts val="3584"/>
                </a:lnSpc>
                <a:buFont typeface="Arial"/>
                <a:buChar char="•"/>
              </a:pPr>
              <a:r>
                <a:rPr lang="en-US" sz="2550">
                  <a:solidFill>
                    <a:srgbClr val="000000"/>
                  </a:solidFill>
                  <a:latin typeface="Coolvetica 1"/>
                  <a:ea typeface="Coolvetica 1"/>
                  <a:cs typeface="Coolvetica 1"/>
                  <a:sym typeface="Coolvetica 1"/>
                </a:rPr>
                <a:t>Natural language queries that enable non-technical users to ask questions in plain English</a:t>
              </a:r>
              <a:endParaRPr lang="en-US" sz="2550">
                <a:solidFill>
                  <a:srgbClr val="000000"/>
                </a:solidFill>
                <a:latin typeface="Coolvetica 1"/>
                <a:ea typeface="Coolvetica 1"/>
                <a:cs typeface="Coolvetica 1"/>
              </a:endParaRPr>
            </a:p>
            <a:p>
              <a:pPr algn="l">
                <a:lnSpc>
                  <a:spcPts val="2729"/>
                </a:lnSpc>
              </a:pPr>
              <a:endParaRPr lang="en-US" sz="2560">
                <a:solidFill>
                  <a:srgbClr val="000000"/>
                </a:solidFill>
                <a:latin typeface="Coolvetica 1"/>
                <a:ea typeface="Coolvetica 1"/>
                <a:cs typeface="Coolvetica 1"/>
                <a:sym typeface="Coolvetica 1"/>
              </a:endParaRPr>
            </a:p>
          </p:txBody>
        </p:sp>
      </p:grpSp>
      <p:grpSp>
        <p:nvGrpSpPr>
          <p:cNvPr id="14" name="Group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2591540" y="2995107"/>
            <a:ext cx="9985145" cy="6327548"/>
            <a:chOff x="0" y="-47625"/>
            <a:chExt cx="2408573" cy="15263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08573" cy="1478678"/>
            </a:xfrm>
            <a:custGeom>
              <a:avLst/>
              <a:gdLst/>
              <a:ahLst/>
              <a:cxnLst/>
              <a:rect l="l" t="t" r="r" b="b"/>
              <a:pathLst>
                <a:path w="2408573" h="1478678">
                  <a:moveTo>
                    <a:pt x="0" y="0"/>
                  </a:moveTo>
                  <a:lnTo>
                    <a:pt x="2408573" y="0"/>
                  </a:lnTo>
                  <a:lnTo>
                    <a:pt x="2408573" y="1478678"/>
                  </a:lnTo>
                  <a:lnTo>
                    <a:pt x="0" y="1478678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408573" cy="1526303"/>
            </a:xfrm>
            <a:prstGeom prst="rect">
              <a:avLst/>
            </a:prstGeom>
          </p:spPr>
          <p:txBody>
            <a:bodyPr lIns="78000" tIns="78000" rIns="78000" bIns="78000" rtlCol="0" anchor="ctr"/>
            <a:lstStyle/>
            <a:p>
              <a:pPr algn="ctr">
                <a:lnSpc>
                  <a:spcPts val="300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23392496" y="3140576"/>
            <a:ext cx="8867309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  <a:spcBef>
                <a:spcPct val="0"/>
              </a:spcBef>
            </a:pPr>
            <a:r>
              <a:rPr lang="en-US" sz="5499" u="none" strike="noStrike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Dashboard Snapshot</a:t>
            </a:r>
          </a:p>
        </p:txBody>
      </p:sp>
      <p:pic>
        <p:nvPicPr>
          <p:cNvPr id="88" name="Picture 87" descr="A pie chart that shows the average price of a ticket compared to its booking window.">
            <a:extLst>
              <a:ext uri="{FF2B5EF4-FFF2-40B4-BE49-F238E27FC236}">
                <a16:creationId xmlns:a16="http://schemas.microsoft.com/office/drawing/2014/main" id="{36A858A5-D16E-8487-60C6-EE4BFD2251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151322" y="4055312"/>
            <a:ext cx="2522867" cy="2678144"/>
          </a:xfrm>
          <a:prstGeom prst="rect">
            <a:avLst/>
          </a:prstGeom>
        </p:spPr>
      </p:pic>
      <p:pic>
        <p:nvPicPr>
          <p:cNvPr id="89" name="Picture 88" descr="A bar graph that shows the average amount of awards per year.">
            <a:extLst>
              <a:ext uri="{FF2B5EF4-FFF2-40B4-BE49-F238E27FC236}">
                <a16:creationId xmlns:a16="http://schemas.microsoft.com/office/drawing/2014/main" id="{8CBD3686-B525-977A-CA70-75B807BB69A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671262" y="6593757"/>
            <a:ext cx="2476615" cy="2727281"/>
          </a:xfrm>
          <a:prstGeom prst="rect">
            <a:avLst/>
          </a:prstGeom>
        </p:spPr>
      </p:pic>
      <p:pic>
        <p:nvPicPr>
          <p:cNvPr id="90" name="Picture 89" descr="A scatter plot that illustrates the price of an airline ticket vs the distance travelled.">
            <a:extLst>
              <a:ext uri="{FF2B5EF4-FFF2-40B4-BE49-F238E27FC236}">
                <a16:creationId xmlns:a16="http://schemas.microsoft.com/office/drawing/2014/main" id="{8DBE4259-8CCB-94B3-9934-F2B4428CEA5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670233" y="4089816"/>
            <a:ext cx="2476862" cy="2609136"/>
          </a:xfrm>
          <a:prstGeom prst="rect">
            <a:avLst/>
          </a:prstGeom>
        </p:spPr>
      </p:pic>
      <p:pic>
        <p:nvPicPr>
          <p:cNvPr id="87" name="Picture 86" descr="A line graph that shows award amount per year . It also shows forecasted amounts for next 5 years.">
            <a:extLst>
              <a:ext uri="{FF2B5EF4-FFF2-40B4-BE49-F238E27FC236}">
                <a16:creationId xmlns:a16="http://schemas.microsoft.com/office/drawing/2014/main" id="{4609388F-0B6B-EEBD-93DC-A8D05D2479C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129932" y="6614302"/>
            <a:ext cx="2542639" cy="2713009"/>
          </a:xfrm>
          <a:prstGeom prst="rect">
            <a:avLst/>
          </a:prstGeom>
        </p:spPr>
      </p:pic>
      <p:pic>
        <p:nvPicPr>
          <p:cNvPr id="91" name="Picture 90" descr="A glimpse at the analysis report through an example: covering executive summary, overall income distribution, high income percentage by education level">
            <a:extLst>
              <a:ext uri="{FF2B5EF4-FFF2-40B4-BE49-F238E27FC236}">
                <a16:creationId xmlns:a16="http://schemas.microsoft.com/office/drawing/2014/main" id="{8F9F2D2A-4FE7-1056-B510-77DA168EC3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165428" y="4145077"/>
            <a:ext cx="3483218" cy="5095774"/>
          </a:xfrm>
          <a:prstGeom prst="rect">
            <a:avLst/>
          </a:prstGeom>
        </p:spPr>
      </p:pic>
      <p:sp>
        <p:nvSpPr>
          <p:cNvPr id="70" name="TextBox 70"/>
          <p:cNvSpPr txBox="1"/>
          <p:nvPr/>
        </p:nvSpPr>
        <p:spPr>
          <a:xfrm>
            <a:off x="11354742" y="7863121"/>
            <a:ext cx="8867309" cy="97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Workflow Diagram</a:t>
            </a:r>
          </a:p>
        </p:txBody>
      </p:sp>
      <p:sp>
        <p:nvSpPr>
          <p:cNvPr id="69" name="Freeform 69" descr="A horizontal flowchart showing five stages of the LLM Budget Dashboard pipeline.&#10;&#10;Data Inputs: Excel, APIs, PDFs, and other sources.&#10;&#10;Ingestion Layer: Cleans, validates, and standardizes data.&#10;&#10;LLM Analysis Pipeline: Preprocess → Plan → Human Review → Analyze → Forecast → Graph Generation → Summarize.&#10;&#10;Dashboard Layer: Interactive visualizations with insights, anomalies, and spending flags.&#10;&#10;Outcome: Actionable insights and next steps."/>
          <p:cNvSpPr/>
          <p:nvPr/>
        </p:nvSpPr>
        <p:spPr>
          <a:xfrm>
            <a:off x="8853459" y="7267858"/>
            <a:ext cx="13762203" cy="7689631"/>
          </a:xfrm>
          <a:custGeom>
            <a:avLst/>
            <a:gdLst/>
            <a:ahLst/>
            <a:cxnLst/>
            <a:rect l="l" t="t" r="r" b="b"/>
            <a:pathLst>
              <a:path w="13762203" h="7689631">
                <a:moveTo>
                  <a:pt x="0" y="0"/>
                </a:moveTo>
                <a:lnTo>
                  <a:pt x="13762203" y="0"/>
                </a:lnTo>
                <a:lnTo>
                  <a:pt x="13762203" y="7689631"/>
                </a:lnTo>
                <a:lnTo>
                  <a:pt x="0" y="768963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6" name="TextBox 76"/>
          <p:cNvSpPr txBox="1"/>
          <p:nvPr/>
        </p:nvSpPr>
        <p:spPr>
          <a:xfrm>
            <a:off x="2194560" y="17298766"/>
            <a:ext cx="6063336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Real World Impact</a:t>
            </a:r>
          </a:p>
        </p:txBody>
      </p:sp>
      <p:sp>
        <p:nvSpPr>
          <p:cNvPr id="58" name="Freeform 58" descr="small graphic of a clock with a lightning bolt, symbolizing how the dashboard saves time&#10;"/>
          <p:cNvSpPr/>
          <p:nvPr/>
        </p:nvSpPr>
        <p:spPr>
          <a:xfrm>
            <a:off x="9124537" y="17403541"/>
            <a:ext cx="888153" cy="834730"/>
          </a:xfrm>
          <a:custGeom>
            <a:avLst/>
            <a:gdLst/>
            <a:ahLst/>
            <a:cxnLst/>
            <a:rect l="l" t="t" r="r" b="b"/>
            <a:pathLst>
              <a:path w="888153" h="834730">
                <a:moveTo>
                  <a:pt x="0" y="0"/>
                </a:moveTo>
                <a:lnTo>
                  <a:pt x="888153" y="0"/>
                </a:lnTo>
                <a:lnTo>
                  <a:pt x="888153" y="834730"/>
                </a:lnTo>
                <a:lnTo>
                  <a:pt x="0" y="83473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103385" t="-26476" r="-95126" b="-506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7" name="Freeform 57" descr="Small graphic of tools working together in a machine"/>
          <p:cNvSpPr/>
          <p:nvPr/>
        </p:nvSpPr>
        <p:spPr>
          <a:xfrm>
            <a:off x="8041791" y="17384872"/>
            <a:ext cx="1024383" cy="917278"/>
          </a:xfrm>
          <a:custGeom>
            <a:avLst/>
            <a:gdLst/>
            <a:ahLst/>
            <a:cxnLst/>
            <a:rect l="l" t="t" r="r" b="b"/>
            <a:pathLst>
              <a:path w="1024383" h="917278">
                <a:moveTo>
                  <a:pt x="0" y="0"/>
                </a:moveTo>
                <a:lnTo>
                  <a:pt x="1024383" y="0"/>
                </a:lnTo>
                <a:lnTo>
                  <a:pt x="1024383" y="917278"/>
                </a:lnTo>
                <a:lnTo>
                  <a:pt x="0" y="91727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25715" r="-165114" b="-3935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144000" y="3027561"/>
            <a:ext cx="13201503" cy="4180364"/>
            <a:chOff x="0" y="-47625"/>
            <a:chExt cx="3400392" cy="107676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400392" cy="1029137"/>
            </a:xfrm>
            <a:custGeom>
              <a:avLst/>
              <a:gdLst/>
              <a:ahLst/>
              <a:cxnLst/>
              <a:rect l="l" t="t" r="r" b="b"/>
              <a:pathLst>
                <a:path w="3400392" h="1029137">
                  <a:moveTo>
                    <a:pt x="0" y="0"/>
                  </a:moveTo>
                  <a:lnTo>
                    <a:pt x="3400392" y="0"/>
                  </a:lnTo>
                  <a:lnTo>
                    <a:pt x="3400392" y="1029137"/>
                  </a:lnTo>
                  <a:lnTo>
                    <a:pt x="0" y="1029137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3400392" cy="1076762"/>
            </a:xfrm>
            <a:prstGeom prst="rect">
              <a:avLst/>
            </a:prstGeom>
          </p:spPr>
          <p:txBody>
            <a:bodyPr lIns="73046" tIns="73046" rIns="73046" bIns="73046" rtlCol="0" anchor="ctr"/>
            <a:lstStyle/>
            <a:p>
              <a:pPr marL="0" lvl="0" indent="0" algn="ctr">
                <a:lnSpc>
                  <a:spcPts val="300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11228000" y="3128864"/>
            <a:ext cx="8867309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Research methodology</a:t>
            </a:r>
          </a:p>
        </p:txBody>
      </p:sp>
      <p:sp>
        <p:nvSpPr>
          <p:cNvPr id="59" name="Freeform 59" descr="Diagram showing the research methodology. &#10;&#10;First section: Problem decomposition (multi-LLM agents). Two bullet points: Task division, Agent roles&#10;&#10;Second section: Data collection and integration. Two bullet points: financial datasets, j&amp;j sources&#10;&#10;Third section: Data ingestion and processing. Three bullet points; Cleaning, standardization, preprocessing&#10;&#10;Fourth section: EDA (exploratory data analysis). Three bullet points: Trends, patterns, insights&#10;&#10;Fifth section: Insight extraction (LLM analysis). Three bullet points: budget trends, key metrics, actionable insights&#10;&#10;Sixth section: Dashboard and visualization. Three bullet points: Interactive charts, reports, KPIs"/>
          <p:cNvSpPr/>
          <p:nvPr/>
        </p:nvSpPr>
        <p:spPr>
          <a:xfrm>
            <a:off x="11693820" y="3881647"/>
            <a:ext cx="7940567" cy="3209288"/>
          </a:xfrm>
          <a:custGeom>
            <a:avLst/>
            <a:gdLst/>
            <a:ahLst/>
            <a:cxnLst/>
            <a:rect l="l" t="t" r="r" b="b"/>
            <a:pathLst>
              <a:path w="7201805" h="2992006">
                <a:moveTo>
                  <a:pt x="0" y="0"/>
                </a:moveTo>
                <a:lnTo>
                  <a:pt x="7201804" y="0"/>
                </a:lnTo>
                <a:lnTo>
                  <a:pt x="7201804" y="2992006"/>
                </a:lnTo>
                <a:lnTo>
                  <a:pt x="0" y="299200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1331" t="-25811" b="-3669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0" name="Group 6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124537" y="13505586"/>
            <a:ext cx="13220965" cy="3522319"/>
            <a:chOff x="0" y="-47625"/>
            <a:chExt cx="3405405" cy="907265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405405" cy="859640"/>
            </a:xfrm>
            <a:custGeom>
              <a:avLst/>
              <a:gdLst/>
              <a:ahLst/>
              <a:cxnLst/>
              <a:rect l="l" t="t" r="r" b="b"/>
              <a:pathLst>
                <a:path w="3405405" h="859640">
                  <a:moveTo>
                    <a:pt x="0" y="0"/>
                  </a:moveTo>
                  <a:lnTo>
                    <a:pt x="3405405" y="0"/>
                  </a:lnTo>
                  <a:lnTo>
                    <a:pt x="3405405" y="859640"/>
                  </a:lnTo>
                  <a:lnTo>
                    <a:pt x="0" y="859640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47625"/>
              <a:ext cx="3405405" cy="907265"/>
            </a:xfrm>
            <a:prstGeom prst="rect">
              <a:avLst/>
            </a:prstGeom>
          </p:spPr>
          <p:txBody>
            <a:bodyPr lIns="73046" tIns="73046" rIns="73046" bIns="73046" rtlCol="0" anchor="ctr"/>
            <a:lstStyle/>
            <a:p>
              <a:pPr marL="0" lvl="0" indent="0" algn="ctr">
                <a:lnSpc>
                  <a:spcPts val="300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831856" y="16994981"/>
            <a:ext cx="10666239" cy="4540328"/>
            <a:chOff x="0" y="-47625"/>
            <a:chExt cx="2787268" cy="11864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787268" cy="1138839"/>
            </a:xfrm>
            <a:custGeom>
              <a:avLst/>
              <a:gdLst/>
              <a:ahLst/>
              <a:cxnLst/>
              <a:rect l="l" t="t" r="r" b="b"/>
              <a:pathLst>
                <a:path w="2787268" h="1138839">
                  <a:moveTo>
                    <a:pt x="0" y="0"/>
                  </a:moveTo>
                  <a:lnTo>
                    <a:pt x="2787268" y="0"/>
                  </a:lnTo>
                  <a:lnTo>
                    <a:pt x="2787268" y="1138839"/>
                  </a:lnTo>
                  <a:lnTo>
                    <a:pt x="0" y="1138839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787268" cy="1186464"/>
            </a:xfrm>
            <a:prstGeom prst="rect">
              <a:avLst/>
            </a:prstGeom>
          </p:spPr>
          <p:txBody>
            <a:bodyPr lIns="72000" tIns="72000" rIns="72000" bIns="72000" rtlCol="0" anchor="ctr"/>
            <a:lstStyle/>
            <a:p>
              <a:pPr marL="0" lvl="0" indent="0" algn="ctr">
                <a:lnSpc>
                  <a:spcPts val="300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13986488" y="13839866"/>
            <a:ext cx="3485600" cy="89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56"/>
              </a:lnSpc>
              <a:spcBef>
                <a:spcPct val="0"/>
              </a:spcBef>
            </a:pPr>
            <a:r>
              <a:rPr lang="en-US" sz="5325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Future Plans</a:t>
            </a:r>
          </a:p>
        </p:txBody>
      </p:sp>
      <p:sp>
        <p:nvSpPr>
          <p:cNvPr id="68" name="Freeform 68" descr="chart with an upward trend, symbolizing the projects future plans and how it will improve over time"/>
          <p:cNvSpPr/>
          <p:nvPr/>
        </p:nvSpPr>
        <p:spPr>
          <a:xfrm>
            <a:off x="20064446" y="13542625"/>
            <a:ext cx="2336851" cy="3485280"/>
          </a:xfrm>
          <a:custGeom>
            <a:avLst/>
            <a:gdLst/>
            <a:ahLst/>
            <a:cxnLst/>
            <a:rect l="l" t="t" r="r" b="b"/>
            <a:pathLst>
              <a:path w="2336851" h="3485280">
                <a:moveTo>
                  <a:pt x="0" y="0"/>
                </a:moveTo>
                <a:lnTo>
                  <a:pt x="2336852" y="0"/>
                </a:lnTo>
                <a:lnTo>
                  <a:pt x="2336852" y="3485280"/>
                </a:lnTo>
                <a:lnTo>
                  <a:pt x="0" y="34852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6" name="TextBox 86"/>
          <p:cNvSpPr txBox="1"/>
          <p:nvPr/>
        </p:nvSpPr>
        <p:spPr>
          <a:xfrm>
            <a:off x="9462964" y="14737556"/>
            <a:ext cx="12035131" cy="1863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8106" lvl="1" indent="-299053" algn="l">
              <a:lnSpc>
                <a:spcPts val="3878"/>
              </a:lnSpc>
              <a:buFont typeface="Arial"/>
              <a:buChar char="•"/>
            </a:pPr>
            <a:r>
              <a:rPr lang="en-US" sz="2770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Real‑time analytics that reacts instantly to streaming data.</a:t>
            </a:r>
          </a:p>
          <a:p>
            <a:pPr marL="598106" lvl="1" indent="-299053" algn="l">
              <a:lnSpc>
                <a:spcPts val="3878"/>
              </a:lnSpc>
              <a:buFont typeface="Arial"/>
              <a:buChar char="•"/>
            </a:pPr>
            <a:r>
              <a:rPr lang="en-US" sz="2770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Stored insights so LLMs can reuse past analysis with vector database.</a:t>
            </a:r>
          </a:p>
          <a:p>
            <a:pPr marL="598106" lvl="1" indent="-299053" algn="l">
              <a:lnSpc>
                <a:spcPts val="3878"/>
              </a:lnSpc>
              <a:buFont typeface="Arial"/>
              <a:buChar char="•"/>
            </a:pPr>
            <a:r>
              <a:rPr lang="en-US" sz="2770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More efficient LLMs for faster, deeper reasoning.</a:t>
            </a:r>
          </a:p>
          <a:p>
            <a:pPr marL="598106" lvl="1" indent="-299053" algn="l">
              <a:lnSpc>
                <a:spcPts val="3878"/>
              </a:lnSpc>
              <a:buFont typeface="Arial"/>
              <a:buChar char="•"/>
            </a:pPr>
            <a:r>
              <a:rPr lang="en-US" sz="2770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Auto‑generated reports/PPTs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330257" y="17208880"/>
            <a:ext cx="9527158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Conclusion &amp; Learning Outcomes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1228000" y="18331022"/>
            <a:ext cx="9713732" cy="2944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2121" lvl="1" indent="-261060" algn="l">
              <a:lnSpc>
                <a:spcPts val="3385"/>
              </a:lnSpc>
              <a:buFont typeface="Arial"/>
              <a:buChar char="•"/>
            </a:pPr>
            <a:r>
              <a:rPr lang="en-US" sz="2418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Developed an AI-powered tool for automated Exploratory Data Analysis (EDA) that identifies key patterns, trends, and anomalies in datasets. Integrated natural-language to enhance accessibility and support data-driven decision-making.</a:t>
            </a:r>
          </a:p>
          <a:p>
            <a:pPr marL="522121" lvl="1" indent="-261060" algn="l">
              <a:lnSpc>
                <a:spcPts val="3385"/>
              </a:lnSpc>
              <a:buFont typeface="Arial"/>
              <a:buChar char="•"/>
            </a:pPr>
            <a:r>
              <a:rPr lang="en-US" sz="2418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Gained hands-on experience using Gemini CLI, Claude, and Python to build an AI-powered data analysis tool for automated exploration and insights. </a:t>
            </a:r>
          </a:p>
        </p:txBody>
      </p:sp>
      <p:grpSp>
        <p:nvGrpSpPr>
          <p:cNvPr id="39" name="Group 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2591540" y="9288741"/>
            <a:ext cx="9985145" cy="7717040"/>
            <a:chOff x="0" y="-47625"/>
            <a:chExt cx="2800371" cy="216427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800371" cy="2116648"/>
            </a:xfrm>
            <a:custGeom>
              <a:avLst/>
              <a:gdLst/>
              <a:ahLst/>
              <a:cxnLst/>
              <a:rect l="l" t="t" r="r" b="b"/>
              <a:pathLst>
                <a:path w="2800371" h="2116648">
                  <a:moveTo>
                    <a:pt x="0" y="0"/>
                  </a:moveTo>
                  <a:lnTo>
                    <a:pt x="2800371" y="0"/>
                  </a:lnTo>
                  <a:lnTo>
                    <a:pt x="2800371" y="2116648"/>
                  </a:lnTo>
                  <a:lnTo>
                    <a:pt x="0" y="2116648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2800371" cy="2164273"/>
            </a:xfrm>
            <a:prstGeom prst="rect">
              <a:avLst/>
            </a:prstGeom>
          </p:spPr>
          <p:txBody>
            <a:bodyPr lIns="67087" tIns="67087" rIns="67087" bIns="67087" rtlCol="0" anchor="t"/>
            <a:lstStyle/>
            <a:p>
              <a:pPr marL="0" lvl="0" indent="0" algn="ctr">
                <a:lnSpc>
                  <a:spcPts val="300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2" name="Freeform 42" descr="Tools clipart: Hammer and wrench&#10;"/>
          <p:cNvSpPr/>
          <p:nvPr/>
        </p:nvSpPr>
        <p:spPr>
          <a:xfrm>
            <a:off x="31136037" y="9417905"/>
            <a:ext cx="981874" cy="955216"/>
          </a:xfrm>
          <a:custGeom>
            <a:avLst/>
            <a:gdLst/>
            <a:ahLst/>
            <a:cxnLst/>
            <a:rect l="l" t="t" r="r" b="b"/>
            <a:pathLst>
              <a:path w="981874" h="955216">
                <a:moveTo>
                  <a:pt x="0" y="0"/>
                </a:moveTo>
                <a:lnTo>
                  <a:pt x="981874" y="0"/>
                </a:lnTo>
                <a:lnTo>
                  <a:pt x="981874" y="955216"/>
                </a:lnTo>
                <a:lnTo>
                  <a:pt x="0" y="95521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t="-1395" b="-13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1" name="TextBox 71"/>
          <p:cNvSpPr txBox="1"/>
          <p:nvPr/>
        </p:nvSpPr>
        <p:spPr>
          <a:xfrm>
            <a:off x="23298950" y="9463675"/>
            <a:ext cx="8492827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Tool Features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2851567" y="10223247"/>
            <a:ext cx="9407227" cy="5128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5884" lvl="1" indent="-297942" algn="l">
              <a:lnSpc>
                <a:spcPts val="3863"/>
              </a:lnSpc>
              <a:buFont typeface="Arial"/>
              <a:buChar char="•"/>
            </a:pPr>
            <a:r>
              <a:rPr lang="en-US" sz="2759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Multi-Agent AI Analytics Platform</a:t>
            </a:r>
          </a:p>
          <a:p>
            <a:pPr marL="1191767" lvl="2" indent="-397256" algn="l">
              <a:lnSpc>
                <a:spcPts val="3863"/>
              </a:lnSpc>
              <a:buFont typeface="Arial"/>
              <a:buChar char="⚬"/>
            </a:pPr>
            <a:r>
              <a:rPr lang="en-US" sz="2759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Built with LangGraph, Flask, and React</a:t>
            </a:r>
          </a:p>
          <a:p>
            <a:pPr marL="1191767" lvl="2" indent="-397256" algn="l">
              <a:lnSpc>
                <a:spcPts val="3863"/>
              </a:lnSpc>
              <a:buFont typeface="Arial"/>
              <a:buChar char="⚬"/>
            </a:pPr>
            <a:r>
              <a:rPr lang="en-US" sz="2759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Accepts natural-language questions about datasets</a:t>
            </a:r>
          </a:p>
          <a:p>
            <a:pPr marL="595884" lvl="1" indent="-297942" algn="l">
              <a:lnSpc>
                <a:spcPts val="3863"/>
              </a:lnSpc>
              <a:buFont typeface="Arial"/>
              <a:buChar char="•"/>
            </a:pPr>
            <a:r>
              <a:rPr lang="en-US" sz="2759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LLM Processing Pipeline</a:t>
            </a:r>
          </a:p>
          <a:p>
            <a:pPr marL="1191767" lvl="2" indent="-397256" algn="l">
              <a:lnSpc>
                <a:spcPts val="3863"/>
              </a:lnSpc>
              <a:buFont typeface="Arial"/>
              <a:buChar char="⚬"/>
            </a:pPr>
            <a:r>
              <a:rPr lang="en-US" sz="2759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Stages: preprocessing, checklist generation, analysis, graph generation, forecasting, summary</a:t>
            </a:r>
          </a:p>
          <a:p>
            <a:pPr marL="595884" lvl="1" indent="-297942" algn="l">
              <a:lnSpc>
                <a:spcPts val="3863"/>
              </a:lnSpc>
              <a:buFont typeface="Arial"/>
              <a:buChar char="•"/>
            </a:pPr>
            <a:r>
              <a:rPr lang="en-US" sz="2759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Interactive Data Visualizations</a:t>
            </a:r>
          </a:p>
          <a:p>
            <a:pPr marL="1191767" lvl="2" indent="-397256" algn="l">
              <a:lnSpc>
                <a:spcPts val="3863"/>
              </a:lnSpc>
              <a:buFont typeface="Arial"/>
              <a:buChar char="⚬"/>
            </a:pPr>
            <a:r>
              <a:rPr lang="en-US" sz="2759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Automatically generates charts, graphs, and tables</a:t>
            </a:r>
          </a:p>
          <a:p>
            <a:pPr marL="1191767" lvl="2" indent="-397256" algn="l">
              <a:lnSpc>
                <a:spcPts val="3863"/>
              </a:lnSpc>
              <a:buFont typeface="Arial"/>
              <a:buChar char="⚬"/>
            </a:pPr>
            <a:r>
              <a:rPr lang="en-US" sz="2759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Helps users quickly identify patterns and insights</a:t>
            </a:r>
          </a:p>
          <a:p>
            <a:pPr marL="595884" lvl="1" indent="-297942" algn="l">
              <a:lnSpc>
                <a:spcPts val="3863"/>
              </a:lnSpc>
              <a:buFont typeface="Arial"/>
              <a:buChar char="•"/>
            </a:pPr>
            <a:r>
              <a:rPr lang="en-US" sz="2759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Forecasting &amp; Trend Analysis</a:t>
            </a:r>
          </a:p>
          <a:p>
            <a:pPr marL="1191767" lvl="2" indent="-397256" algn="l">
              <a:lnSpc>
                <a:spcPts val="3863"/>
              </a:lnSpc>
              <a:buFont typeface="Arial"/>
              <a:buChar char="⚬"/>
            </a:pPr>
            <a:r>
              <a:rPr lang="en-US" sz="2759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Displays projected trends in visual dashboards</a:t>
            </a:r>
          </a:p>
        </p:txBody>
      </p:sp>
      <p:sp>
        <p:nvSpPr>
          <p:cNvPr id="53" name="Freeform 5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062391" y="15880728"/>
            <a:ext cx="818598" cy="818598"/>
          </a:xfrm>
          <a:custGeom>
            <a:avLst/>
            <a:gdLst/>
            <a:ahLst/>
            <a:cxnLst/>
            <a:rect l="l" t="t" r="r" b="b"/>
            <a:pathLst>
              <a:path w="818598" h="818598">
                <a:moveTo>
                  <a:pt x="0" y="0"/>
                </a:moveTo>
                <a:lnTo>
                  <a:pt x="818598" y="0"/>
                </a:lnTo>
                <a:lnTo>
                  <a:pt x="818598" y="818598"/>
                </a:lnTo>
                <a:lnTo>
                  <a:pt x="0" y="818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4" name="Freeform 5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487539" y="15895433"/>
            <a:ext cx="885975" cy="789188"/>
          </a:xfrm>
          <a:custGeom>
            <a:avLst/>
            <a:gdLst/>
            <a:ahLst/>
            <a:cxnLst/>
            <a:rect l="l" t="t" r="r" b="b"/>
            <a:pathLst>
              <a:path w="885975" h="789188">
                <a:moveTo>
                  <a:pt x="0" y="0"/>
                </a:moveTo>
                <a:lnTo>
                  <a:pt x="885975" y="0"/>
                </a:lnTo>
                <a:lnTo>
                  <a:pt x="885975" y="789188"/>
                </a:lnTo>
                <a:lnTo>
                  <a:pt x="0" y="789188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5" name="Freeform 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983114" y="15880728"/>
            <a:ext cx="875997" cy="875997"/>
          </a:xfrm>
          <a:custGeom>
            <a:avLst/>
            <a:gdLst/>
            <a:ahLst/>
            <a:cxnLst/>
            <a:rect l="l" t="t" r="r" b="b"/>
            <a:pathLst>
              <a:path w="875997" h="875997">
                <a:moveTo>
                  <a:pt x="0" y="0"/>
                </a:moveTo>
                <a:lnTo>
                  <a:pt x="875997" y="0"/>
                </a:lnTo>
                <a:lnTo>
                  <a:pt x="875997" y="875997"/>
                </a:lnTo>
                <a:lnTo>
                  <a:pt x="0" y="87599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6" name="Freeform 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468711" y="15871203"/>
            <a:ext cx="875997" cy="875997"/>
          </a:xfrm>
          <a:custGeom>
            <a:avLst/>
            <a:gdLst/>
            <a:ahLst/>
            <a:cxnLst/>
            <a:rect l="l" t="t" r="r" b="b"/>
            <a:pathLst>
              <a:path w="875997" h="875997">
                <a:moveTo>
                  <a:pt x="0" y="0"/>
                </a:moveTo>
                <a:lnTo>
                  <a:pt x="875996" y="0"/>
                </a:lnTo>
                <a:lnTo>
                  <a:pt x="875996" y="875997"/>
                </a:lnTo>
                <a:lnTo>
                  <a:pt x="0" y="87599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0" name="TextBox 80"/>
          <p:cNvSpPr txBox="1"/>
          <p:nvPr/>
        </p:nvSpPr>
        <p:spPr>
          <a:xfrm>
            <a:off x="25132365" y="17206166"/>
            <a:ext cx="5023693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Acknowlegments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22260095" y="18321497"/>
            <a:ext cx="10056490" cy="3739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8106" lvl="1" indent="-299053" algn="l">
              <a:lnSpc>
                <a:spcPts val="3878"/>
              </a:lnSpc>
              <a:buFont typeface="Arial"/>
              <a:buChar char="•"/>
            </a:pPr>
            <a:r>
              <a:rPr lang="en-US" sz="2770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Thank you to the JNJ Mentors - Fei Chen, and Sudheer Rani, Jonathan Nycz, Danny Paiz​, Eric Lawrence​, Min Zhou​, for their support and guidance throughout the project</a:t>
            </a:r>
          </a:p>
          <a:p>
            <a:pPr marL="598106" lvl="1" indent="-299053" algn="l">
              <a:lnSpc>
                <a:spcPts val="3878"/>
              </a:lnSpc>
              <a:buFont typeface="Arial"/>
              <a:buChar char="•"/>
            </a:pPr>
            <a:r>
              <a:rPr lang="en-US" sz="2770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Thank you to our team members from last semester</a:t>
            </a:r>
          </a:p>
          <a:p>
            <a:pPr marL="598106" lvl="1" indent="-299053" algn="l">
              <a:lnSpc>
                <a:spcPts val="3878"/>
              </a:lnSpc>
              <a:buFont typeface="Arial"/>
              <a:buChar char="•"/>
            </a:pPr>
            <a:r>
              <a:rPr lang="en-US" sz="2770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Thank you to our TA Pranav Singh, Nicholas Lenfestey, and the Data Mine Team for their help and resources</a:t>
            </a:r>
          </a:p>
          <a:p>
            <a:pPr algn="l">
              <a:lnSpc>
                <a:spcPts val="3878"/>
              </a:lnSpc>
            </a:pPr>
            <a:endParaRPr lang="en-US" sz="2770">
              <a:solidFill>
                <a:srgbClr val="001329"/>
              </a:solidFill>
              <a:latin typeface="Coolvetica 1"/>
              <a:ea typeface="Coolvetica 1"/>
              <a:cs typeface="Coolvetica 1"/>
              <a:sym typeface="Coolvetica 1"/>
            </a:endParaRPr>
          </a:p>
          <a:p>
            <a:pPr algn="l">
              <a:lnSpc>
                <a:spcPts val="3878"/>
              </a:lnSpc>
            </a:pPr>
            <a:r>
              <a:rPr lang="en-US" sz="2770">
                <a:solidFill>
                  <a:srgbClr val="001329"/>
                </a:solidFill>
                <a:latin typeface="Coolvetica 1"/>
                <a:ea typeface="Coolvetica 1"/>
                <a:cs typeface="Coolvetica 1"/>
                <a:sym typeface="Coolvetica 1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04160D7327F343881FF0FDD0159048" ma:contentTypeVersion="11" ma:contentTypeDescription="Create a new document." ma:contentTypeScope="" ma:versionID="297b99cb97bd9773f6c7b2e8827b7426">
  <xsd:schema xmlns:xsd="http://www.w3.org/2001/XMLSchema" xmlns:xs="http://www.w3.org/2001/XMLSchema" xmlns:p="http://schemas.microsoft.com/office/2006/metadata/properties" xmlns:ns2="7dbd4cfd-5e39-4b6c-88ff-bdad57c06c9d" xmlns:ns3="7d13a6df-0d2f-4988-a606-191e794542c7" targetNamespace="http://schemas.microsoft.com/office/2006/metadata/properties" ma:root="true" ma:fieldsID="460a09b8b6128cb46c55c2c8fcd6e0be" ns2:_="" ns3:_="">
    <xsd:import namespace="7dbd4cfd-5e39-4b6c-88ff-bdad57c06c9d"/>
    <xsd:import namespace="7d13a6df-0d2f-4988-a606-191e794542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bd4cfd-5e39-4b6c-88ff-bdad57c06c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13a6df-0d2f-4988-a606-191e794542c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1e1a497-bb72-4798-bc1a-326eb931c593}" ma:internalName="TaxCatchAll" ma:showField="CatchAllData" ma:web="7d13a6df-0d2f-4988-a606-191e794542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d13a6df-0d2f-4988-a606-191e794542c7" xsi:nil="true"/>
    <lcf76f155ced4ddcb4097134ff3c332f xmlns="7dbd4cfd-5e39-4b6c-88ff-bdad57c06c9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F32D419-48B6-4CBB-AF64-F586FD9C50E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12BF72-3D22-40CB-BCD5-46C14D89E22A}">
  <ds:schemaRefs>
    <ds:schemaRef ds:uri="7d13a6df-0d2f-4988-a606-191e794542c7"/>
    <ds:schemaRef ds:uri="7dbd4cfd-5e39-4b6c-88ff-bdad57c06c9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06D7DB5-7D28-4470-970C-F0F8A90335A4}">
  <ds:schemaRefs>
    <ds:schemaRef ds:uri="7d13a6df-0d2f-4988-a606-191e794542c7"/>
    <ds:schemaRef ds:uri="7dbd4cfd-5e39-4b6c-88ff-bdad57c06c9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Automated Budget Dashboard System</dc:title>
  <cp:revision>1</cp:revision>
  <dcterms:created xsi:type="dcterms:W3CDTF">2006-08-16T00:00:00Z</dcterms:created>
  <dcterms:modified xsi:type="dcterms:W3CDTF">2026-04-03T16:38:51Z</dcterms:modified>
  <dc:identifier>DAHB4OYGmHM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0x0101003404160D7327F343881FF0FDD0159048</vt:lpwstr>
  </property>
  <property fmtid="{D5CDD505-2E9C-101B-9397-08002B2CF9AE}" pid="3" name="MediaServiceImageTags">
    <vt:lpwstr/>
  </property>
</Properties>
</file>